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3" r:id="rId1"/>
  </p:sldMasterIdLst>
  <p:notesMasterIdLst>
    <p:notesMasterId r:id="rId11"/>
  </p:notesMasterIdLst>
  <p:sldIdLst>
    <p:sldId id="256" r:id="rId2"/>
    <p:sldId id="258" r:id="rId3"/>
    <p:sldId id="311" r:id="rId4"/>
    <p:sldId id="304" r:id="rId5"/>
    <p:sldId id="312" r:id="rId6"/>
    <p:sldId id="313" r:id="rId7"/>
    <p:sldId id="310" r:id="rId8"/>
    <p:sldId id="316" r:id="rId9"/>
    <p:sldId id="301" r:id="rId10"/>
  </p:sldIdLst>
  <p:sldSz cx="9144000" cy="5143500" type="screen16x9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Inter Medium" panose="020B0604020202020204" charset="0"/>
      <p:regular r:id="rId16"/>
      <p:bold r:id="rId17"/>
      <p:italic r:id="rId18"/>
      <p:boldItalic r:id="rId19"/>
    </p:embeddedFont>
    <p:embeddedFont>
      <p:font typeface="Rubik" panose="020B0604020202020204" charset="-79"/>
      <p:regular r:id="rId20"/>
      <p:bold r:id="rId21"/>
      <p:italic r:id="rId22"/>
      <p:boldItalic r:id="rId23"/>
    </p:embeddedFont>
    <p:embeddedFont>
      <p:font typeface="Urbanist Black" panose="020B0604020202020204" charset="0"/>
      <p:bold r:id="rId24"/>
      <p:boldItalic r:id="rId25"/>
    </p:embeddedFont>
    <p:embeddedFont>
      <p:font typeface="Work Sans" pitchFamily="2" charset="0"/>
      <p:regular r:id="rId26"/>
      <p:bold r:id="rId27"/>
      <p:italic r:id="rId28"/>
      <p:boldItalic r:id="rId29"/>
    </p:embeddedFont>
    <p:embeddedFont>
      <p:font typeface="Work Sans Light" pitchFamily="2" charset="0"/>
      <p:regular r:id="rId30"/>
      <p:bold r:id="rId31"/>
      <p:italic r:id="rId32"/>
      <p:boldItalic r:id="rId33"/>
    </p:embeddedFont>
    <p:embeddedFont>
      <p:font typeface="Work Sans Medium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34" autoAdjust="0"/>
    <p:restoredTop sz="94688" autoAdjust="0"/>
  </p:normalViewPr>
  <p:slideViewPr>
    <p:cSldViewPr snapToGrid="0">
      <p:cViewPr varScale="1">
        <p:scale>
          <a:sx n="152" d="100"/>
          <a:sy n="152" d="100"/>
        </p:scale>
        <p:origin x="3346" y="10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9" Type="http://schemas.openxmlformats.org/officeDocument/2006/relationships/viewProps" Target="viewProps.xml"/><Relationship Id="rId21" Type="http://schemas.openxmlformats.org/officeDocument/2006/relationships/font" Target="fonts/font10.fntdata"/><Relationship Id="rId34" Type="http://schemas.openxmlformats.org/officeDocument/2006/relationships/font" Target="fonts/font2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font" Target="fonts/font21.fntdata"/><Relationship Id="rId37" Type="http://schemas.openxmlformats.org/officeDocument/2006/relationships/font" Target="fonts/font2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36" Type="http://schemas.openxmlformats.org/officeDocument/2006/relationships/font" Target="fonts/font25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openxmlformats.org/officeDocument/2006/relationships/font" Target="fonts/font2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font" Target="fonts/font2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c6e3b65a19_0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94" name="Google Shape;494;g3c6e3b65a19_0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c6e3b65a19_0_19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14" name="Google Shape;514;g3c6e3b65a19_0_19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c6e3b65a19_0_10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34" name="Google Shape;934;g3c6e3b65a19_0_10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A - Couverture" type="title">
  <p:cSld name="TITLE">
    <p:bg>
      <p:bgPr>
        <a:solidFill>
          <a:schemeClr val="dk2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5774" y="4544172"/>
            <a:ext cx="1292251" cy="40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4597" y="481824"/>
            <a:ext cx="9144026" cy="452483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/>
        </p:nvSpPr>
        <p:spPr>
          <a:xfrm>
            <a:off x="4671000" y="4747508"/>
            <a:ext cx="2021400" cy="1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YOUR FUTURE, </a:t>
            </a:r>
            <a:r>
              <a:rPr lang="fr" sz="900" b="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DECODED.</a:t>
            </a:r>
            <a:endParaRPr sz="900" b="1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98000" y="1530525"/>
            <a:ext cx="5766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Work Sans Medium"/>
              <a:buChar char="●"/>
              <a:defRPr sz="21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 idx="2"/>
          </p:nvPr>
        </p:nvSpPr>
        <p:spPr>
          <a:xfrm>
            <a:off x="198000" y="198000"/>
            <a:ext cx="5766000" cy="1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B - Chapitrage">
  <p:cSld name="TITLE_1">
    <p:bg>
      <p:bgPr>
        <a:solidFill>
          <a:schemeClr val="dk2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4597" y="481824"/>
            <a:ext cx="9144026" cy="452483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/>
        </p:nvSpPr>
        <p:spPr>
          <a:xfrm>
            <a:off x="4671000" y="4747508"/>
            <a:ext cx="2021400" cy="1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YOUR FUTURE, </a:t>
            </a:r>
            <a:r>
              <a:rPr lang="fr" sz="900" b="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DECODED.</a:t>
            </a:r>
            <a:endParaRPr sz="900" b="1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98000" y="198000"/>
            <a:ext cx="5766000" cy="3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B - Sommaire avec Colonne">
  <p:cSld name="SECTION_HEADER_1">
    <p:bg>
      <p:bgPr>
        <a:solidFill>
          <a:schemeClr val="accen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3727500" cy="5143500"/>
          </a:xfrm>
          <a:prstGeom prst="rect">
            <a:avLst/>
          </a:prstGeom>
          <a:solidFill>
            <a:srgbClr val="1A1A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98000" y="198100"/>
            <a:ext cx="2038500" cy="3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title" idx="2"/>
          </p:nvPr>
        </p:nvSpPr>
        <p:spPr>
          <a:xfrm>
            <a:off x="2434500" y="198100"/>
            <a:ext cx="1084200" cy="4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●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○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■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●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○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■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●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○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■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 idx="3"/>
          </p:nvPr>
        </p:nvSpPr>
        <p:spPr>
          <a:xfrm>
            <a:off x="3925500" y="198100"/>
            <a:ext cx="3529500" cy="4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1200"/>
              <a:buFont typeface="Inter Medium"/>
              <a:buChar char="●"/>
              <a:defRPr sz="1200">
                <a:solidFill>
                  <a:srgbClr val="1A1A33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C - Sommaire avec accroche">
  <p:cSld name="SECTION_HEADER_1_1">
    <p:bg>
      <p:bgPr>
        <a:solidFill>
          <a:schemeClr val="accen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3727500" cy="5143500"/>
          </a:xfrm>
          <a:prstGeom prst="rect">
            <a:avLst/>
          </a:prstGeom>
          <a:solidFill>
            <a:srgbClr val="1A1A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" name="Google Shape;2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3709809" y="932975"/>
            <a:ext cx="6648326" cy="3289874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3925500" y="198100"/>
            <a:ext cx="3529500" cy="4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1200"/>
              <a:buFont typeface="Inter Medium"/>
              <a:buChar char="●"/>
              <a:defRPr sz="1200">
                <a:solidFill>
                  <a:srgbClr val="1A1A33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pic>
        <p:nvPicPr>
          <p:cNvPr id="31" name="Google Shape;3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964591" y="1097325"/>
            <a:ext cx="1780500" cy="13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title" idx="2"/>
          </p:nvPr>
        </p:nvSpPr>
        <p:spPr>
          <a:xfrm>
            <a:off x="198000" y="198100"/>
            <a:ext cx="2038500" cy="13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A - Texte &amp; Image / Fond Clair 1">
  <p:cSld name="SECTION_HEADER_1_1_1">
    <p:bg>
      <p:bgPr>
        <a:solidFill>
          <a:schemeClr val="lt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6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198000" y="878400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39" name="Google Shape;39;p6"/>
          <p:cNvSpPr>
            <a:spLocks noGrp="1"/>
          </p:cNvSpPr>
          <p:nvPr>
            <p:ph type="pic" idx="3"/>
          </p:nvPr>
        </p:nvSpPr>
        <p:spPr>
          <a:xfrm>
            <a:off x="3180000" y="198000"/>
            <a:ext cx="5766000" cy="4549500"/>
          </a:xfrm>
          <a:prstGeom prst="roundRect">
            <a:avLst>
              <a:gd name="adj" fmla="val 236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B - Texte &amp; Image / Fond Clair 2">
  <p:cSld name="TITLE_AND_BODY_2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7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98000" y="878400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45" name="Google Shape;45;p7"/>
          <p:cNvSpPr>
            <a:spLocks noGrp="1"/>
          </p:cNvSpPr>
          <p:nvPr>
            <p:ph type="pic" idx="3"/>
          </p:nvPr>
        </p:nvSpPr>
        <p:spPr>
          <a:xfrm>
            <a:off x="3180000" y="198000"/>
            <a:ext cx="5766000" cy="2175600"/>
          </a:xfrm>
          <a:prstGeom prst="roundRect">
            <a:avLst>
              <a:gd name="adj" fmla="val 236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4"/>
          </p:nvPr>
        </p:nvSpPr>
        <p:spPr>
          <a:xfrm>
            <a:off x="3180000" y="2571900"/>
            <a:ext cx="2784000" cy="21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5"/>
          </p:nvPr>
        </p:nvSpPr>
        <p:spPr>
          <a:xfrm>
            <a:off x="6162000" y="2571900"/>
            <a:ext cx="2784000" cy="21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D - Texte &amp; Image / Fond Clair 4">
  <p:cSld name="TITLE_AND_BODY_2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8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8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2"/>
          </p:nvPr>
        </p:nvSpPr>
        <p:spPr>
          <a:xfrm>
            <a:off x="198000" y="878400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8"/>
          <p:cNvSpPr>
            <a:spLocks noGrp="1"/>
          </p:cNvSpPr>
          <p:nvPr>
            <p:ph type="pic" idx="3"/>
          </p:nvPr>
        </p:nvSpPr>
        <p:spPr>
          <a:xfrm>
            <a:off x="3180000" y="198000"/>
            <a:ext cx="2784000" cy="2175600"/>
          </a:xfrm>
          <a:prstGeom prst="roundRect">
            <a:avLst>
              <a:gd name="adj" fmla="val 236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4"/>
          </p:nvPr>
        </p:nvSpPr>
        <p:spPr>
          <a:xfrm>
            <a:off x="3180000" y="2571900"/>
            <a:ext cx="5766000" cy="21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>
            <a:spLocks noGrp="1"/>
          </p:cNvSpPr>
          <p:nvPr>
            <p:ph type="pic" idx="5"/>
          </p:nvPr>
        </p:nvSpPr>
        <p:spPr>
          <a:xfrm>
            <a:off x="6162000" y="198000"/>
            <a:ext cx="2784000" cy="2175600"/>
          </a:xfrm>
          <a:prstGeom prst="roundRect">
            <a:avLst>
              <a:gd name="adj" fmla="val 236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E - Texte &amp; Image / Fond Clair 5">
  <p:cSld name="TITLE_AND_BODY_2_1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9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198000" y="878400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3"/>
          </p:nvPr>
        </p:nvSpPr>
        <p:spPr>
          <a:xfrm>
            <a:off x="4671000" y="198000"/>
            <a:ext cx="4275000" cy="13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4"/>
          </p:nvPr>
        </p:nvSpPr>
        <p:spPr>
          <a:xfrm>
            <a:off x="3180000" y="1780500"/>
            <a:ext cx="4275000" cy="13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5"/>
          </p:nvPr>
        </p:nvSpPr>
        <p:spPr>
          <a:xfrm>
            <a:off x="4671000" y="3363000"/>
            <a:ext cx="4275000" cy="13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>
            <a:spLocks noGrp="1"/>
          </p:cNvSpPr>
          <p:nvPr>
            <p:ph type="pic" idx="6"/>
          </p:nvPr>
        </p:nvSpPr>
        <p:spPr>
          <a:xfrm>
            <a:off x="3180000" y="3362975"/>
            <a:ext cx="1293300" cy="1384500"/>
          </a:xfrm>
          <a:prstGeom prst="roundRect">
            <a:avLst>
              <a:gd name="adj" fmla="val 827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5" name="Google Shape;65;p9"/>
          <p:cNvSpPr>
            <a:spLocks noGrp="1"/>
          </p:cNvSpPr>
          <p:nvPr>
            <p:ph type="pic" idx="7"/>
          </p:nvPr>
        </p:nvSpPr>
        <p:spPr>
          <a:xfrm>
            <a:off x="7653000" y="1780500"/>
            <a:ext cx="1293300" cy="1384500"/>
          </a:xfrm>
          <a:prstGeom prst="roundRect">
            <a:avLst>
              <a:gd name="adj" fmla="val 827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6" name="Google Shape;66;p9"/>
          <p:cNvSpPr>
            <a:spLocks noGrp="1"/>
          </p:cNvSpPr>
          <p:nvPr>
            <p:ph type="pic" idx="8"/>
          </p:nvPr>
        </p:nvSpPr>
        <p:spPr>
          <a:xfrm>
            <a:off x="3180000" y="198025"/>
            <a:ext cx="1293300" cy="1384500"/>
          </a:xfrm>
          <a:prstGeom prst="roundRect">
            <a:avLst>
              <a:gd name="adj" fmla="val 827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F - Texte &amp; Image / Fond Clair 6">
  <p:cSld name="TITLE_AND_BODY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0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2"/>
          </p:nvPr>
        </p:nvSpPr>
        <p:spPr>
          <a:xfrm>
            <a:off x="198000" y="968775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body" idx="3"/>
          </p:nvPr>
        </p:nvSpPr>
        <p:spPr>
          <a:xfrm>
            <a:off x="4671850" y="3458675"/>
            <a:ext cx="2037600" cy="12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body" idx="4"/>
          </p:nvPr>
        </p:nvSpPr>
        <p:spPr>
          <a:xfrm>
            <a:off x="6907500" y="3458675"/>
            <a:ext cx="2037600" cy="12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5"/>
          </p:nvPr>
        </p:nvSpPr>
        <p:spPr>
          <a:xfrm>
            <a:off x="2435375" y="3465529"/>
            <a:ext cx="2037600" cy="12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5" name="Google Shape;75;p10"/>
          <p:cNvSpPr>
            <a:spLocks noGrp="1"/>
          </p:cNvSpPr>
          <p:nvPr>
            <p:ph type="pic" idx="6"/>
          </p:nvPr>
        </p:nvSpPr>
        <p:spPr>
          <a:xfrm>
            <a:off x="2435425" y="198000"/>
            <a:ext cx="2037600" cy="3144900"/>
          </a:xfrm>
          <a:prstGeom prst="roundRect">
            <a:avLst>
              <a:gd name="adj" fmla="val 527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6" name="Google Shape;76;p10"/>
          <p:cNvSpPr>
            <a:spLocks noGrp="1"/>
          </p:cNvSpPr>
          <p:nvPr>
            <p:ph type="pic" idx="7"/>
          </p:nvPr>
        </p:nvSpPr>
        <p:spPr>
          <a:xfrm>
            <a:off x="4671463" y="198000"/>
            <a:ext cx="2037600" cy="3144900"/>
          </a:xfrm>
          <a:prstGeom prst="roundRect">
            <a:avLst>
              <a:gd name="adj" fmla="val 527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7" name="Google Shape;77;p10"/>
          <p:cNvSpPr>
            <a:spLocks noGrp="1"/>
          </p:cNvSpPr>
          <p:nvPr>
            <p:ph type="pic" idx="8"/>
          </p:nvPr>
        </p:nvSpPr>
        <p:spPr>
          <a:xfrm>
            <a:off x="6907500" y="198000"/>
            <a:ext cx="2037600" cy="3144900"/>
          </a:xfrm>
          <a:prstGeom prst="roundRect">
            <a:avLst>
              <a:gd name="adj" fmla="val 527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G - Texte &amp; Image / Fond Clair 7">
  <p:cSld name="TITLE_AND_BODY_1_2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1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2"/>
          </p:nvPr>
        </p:nvSpPr>
        <p:spPr>
          <a:xfrm>
            <a:off x="198000" y="968775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8398500" y="487470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body" idx="3"/>
          </p:nvPr>
        </p:nvSpPr>
        <p:spPr>
          <a:xfrm>
            <a:off x="4671850" y="1839900"/>
            <a:ext cx="2037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body" idx="4"/>
          </p:nvPr>
        </p:nvSpPr>
        <p:spPr>
          <a:xfrm>
            <a:off x="6907500" y="1839900"/>
            <a:ext cx="2037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5"/>
          </p:nvPr>
        </p:nvSpPr>
        <p:spPr>
          <a:xfrm>
            <a:off x="2435375" y="1842197"/>
            <a:ext cx="2037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body" idx="6"/>
          </p:nvPr>
        </p:nvSpPr>
        <p:spPr>
          <a:xfrm>
            <a:off x="4672288" y="4279271"/>
            <a:ext cx="20376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7"/>
          </p:nvPr>
        </p:nvSpPr>
        <p:spPr>
          <a:xfrm>
            <a:off x="6907938" y="4279271"/>
            <a:ext cx="20376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8"/>
          </p:nvPr>
        </p:nvSpPr>
        <p:spPr>
          <a:xfrm>
            <a:off x="2435813" y="4282522"/>
            <a:ext cx="20376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9" name="Google Shape;89;p11"/>
          <p:cNvSpPr>
            <a:spLocks noGrp="1"/>
          </p:cNvSpPr>
          <p:nvPr>
            <p:ph type="pic" idx="9"/>
          </p:nvPr>
        </p:nvSpPr>
        <p:spPr>
          <a:xfrm>
            <a:off x="4671488" y="198000"/>
            <a:ext cx="2037600" cy="15840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" name="Google Shape;90;p11"/>
          <p:cNvSpPr>
            <a:spLocks noGrp="1"/>
          </p:cNvSpPr>
          <p:nvPr>
            <p:ph type="pic" idx="13"/>
          </p:nvPr>
        </p:nvSpPr>
        <p:spPr>
          <a:xfrm>
            <a:off x="6907550" y="198000"/>
            <a:ext cx="2037600" cy="15840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1" name="Google Shape;91;p11"/>
          <p:cNvSpPr>
            <a:spLocks noGrp="1"/>
          </p:cNvSpPr>
          <p:nvPr>
            <p:ph type="pic" idx="14"/>
          </p:nvPr>
        </p:nvSpPr>
        <p:spPr>
          <a:xfrm>
            <a:off x="2435425" y="203055"/>
            <a:ext cx="2037600" cy="15840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Google Shape;92;p11"/>
          <p:cNvSpPr>
            <a:spLocks noGrp="1"/>
          </p:cNvSpPr>
          <p:nvPr>
            <p:ph type="pic" idx="15"/>
          </p:nvPr>
        </p:nvSpPr>
        <p:spPr>
          <a:xfrm>
            <a:off x="4672338" y="2571746"/>
            <a:ext cx="2037600" cy="15789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3" name="Google Shape;93;p11"/>
          <p:cNvSpPr>
            <a:spLocks noGrp="1"/>
          </p:cNvSpPr>
          <p:nvPr>
            <p:ph type="pic" idx="16"/>
          </p:nvPr>
        </p:nvSpPr>
        <p:spPr>
          <a:xfrm>
            <a:off x="6907988" y="2571746"/>
            <a:ext cx="2037600" cy="15789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4" name="Google Shape;94;p11"/>
          <p:cNvSpPr>
            <a:spLocks noGrp="1"/>
          </p:cNvSpPr>
          <p:nvPr>
            <p:ph type="pic" idx="17"/>
          </p:nvPr>
        </p:nvSpPr>
        <p:spPr>
          <a:xfrm>
            <a:off x="2435863" y="2576801"/>
            <a:ext cx="2037600" cy="15789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H - Texte &amp; Image / Fond Clair 8">
  <p:cSld name="TITLE_AND_BODY_1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2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2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2"/>
          </p:nvPr>
        </p:nvSpPr>
        <p:spPr>
          <a:xfrm>
            <a:off x="197925" y="968775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body" idx="3"/>
          </p:nvPr>
        </p:nvSpPr>
        <p:spPr>
          <a:xfrm>
            <a:off x="3179875" y="3031342"/>
            <a:ext cx="1292100" cy="16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body" idx="4"/>
          </p:nvPr>
        </p:nvSpPr>
        <p:spPr>
          <a:xfrm>
            <a:off x="4670950" y="3031342"/>
            <a:ext cx="1292100" cy="16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body" idx="5"/>
          </p:nvPr>
        </p:nvSpPr>
        <p:spPr>
          <a:xfrm>
            <a:off x="7653000" y="3031342"/>
            <a:ext cx="1292100" cy="16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body" idx="6"/>
          </p:nvPr>
        </p:nvSpPr>
        <p:spPr>
          <a:xfrm>
            <a:off x="6162000" y="3031325"/>
            <a:ext cx="1292100" cy="16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4" name="Google Shape;104;p12"/>
          <p:cNvSpPr>
            <a:spLocks noGrp="1"/>
          </p:cNvSpPr>
          <p:nvPr>
            <p:ph type="pic" idx="7"/>
          </p:nvPr>
        </p:nvSpPr>
        <p:spPr>
          <a:xfrm>
            <a:off x="3179925" y="198009"/>
            <a:ext cx="1292100" cy="26670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5" name="Google Shape;105;p12"/>
          <p:cNvSpPr>
            <a:spLocks noGrp="1"/>
          </p:cNvSpPr>
          <p:nvPr>
            <p:ph type="pic" idx="8"/>
          </p:nvPr>
        </p:nvSpPr>
        <p:spPr>
          <a:xfrm>
            <a:off x="4671000" y="198009"/>
            <a:ext cx="1292100" cy="26670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6" name="Google Shape;106;p12"/>
          <p:cNvSpPr>
            <a:spLocks noGrp="1"/>
          </p:cNvSpPr>
          <p:nvPr>
            <p:ph type="pic" idx="9"/>
          </p:nvPr>
        </p:nvSpPr>
        <p:spPr>
          <a:xfrm>
            <a:off x="7653050" y="198009"/>
            <a:ext cx="1292100" cy="26670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7" name="Google Shape;107;p12"/>
          <p:cNvSpPr>
            <a:spLocks noGrp="1"/>
          </p:cNvSpPr>
          <p:nvPr>
            <p:ph type="pic" idx="13"/>
          </p:nvPr>
        </p:nvSpPr>
        <p:spPr>
          <a:xfrm>
            <a:off x="6162050" y="197998"/>
            <a:ext cx="1292100" cy="26670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I - Texte &amp; Image / Fond Clair 9">
  <p:cSld name="TITLE_AND_BODY_1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body" idx="2"/>
          </p:nvPr>
        </p:nvSpPr>
        <p:spPr>
          <a:xfrm>
            <a:off x="197925" y="968775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body" idx="3"/>
          </p:nvPr>
        </p:nvSpPr>
        <p:spPr>
          <a:xfrm>
            <a:off x="3179875" y="1668454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body" idx="4"/>
          </p:nvPr>
        </p:nvSpPr>
        <p:spPr>
          <a:xfrm>
            <a:off x="4670950" y="1668454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body" idx="5"/>
          </p:nvPr>
        </p:nvSpPr>
        <p:spPr>
          <a:xfrm>
            <a:off x="6162000" y="1668445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body" idx="6"/>
          </p:nvPr>
        </p:nvSpPr>
        <p:spPr>
          <a:xfrm>
            <a:off x="3179875" y="4035678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body" idx="7"/>
          </p:nvPr>
        </p:nvSpPr>
        <p:spPr>
          <a:xfrm>
            <a:off x="4670950" y="4035678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body" idx="8"/>
          </p:nvPr>
        </p:nvSpPr>
        <p:spPr>
          <a:xfrm>
            <a:off x="6162000" y="4035670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body" idx="9"/>
          </p:nvPr>
        </p:nvSpPr>
        <p:spPr>
          <a:xfrm>
            <a:off x="7653000" y="1668453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body" idx="13"/>
          </p:nvPr>
        </p:nvSpPr>
        <p:spPr>
          <a:xfrm>
            <a:off x="7653000" y="4035678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sldNum" idx="12"/>
          </p:nvPr>
        </p:nvSpPr>
        <p:spPr>
          <a:xfrm>
            <a:off x="8398500" y="4766025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21" name="Google Shape;121;p13"/>
          <p:cNvSpPr>
            <a:spLocks noGrp="1"/>
          </p:cNvSpPr>
          <p:nvPr>
            <p:ph type="pic" idx="14"/>
          </p:nvPr>
        </p:nvSpPr>
        <p:spPr>
          <a:xfrm>
            <a:off x="3179925" y="204528"/>
            <a:ext cx="1292100" cy="12924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2" name="Google Shape;122;p13"/>
          <p:cNvSpPr>
            <a:spLocks noGrp="1"/>
          </p:cNvSpPr>
          <p:nvPr>
            <p:ph type="pic" idx="15"/>
          </p:nvPr>
        </p:nvSpPr>
        <p:spPr>
          <a:xfrm>
            <a:off x="4671000" y="204528"/>
            <a:ext cx="1292100" cy="12924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3" name="Google Shape;123;p13"/>
          <p:cNvSpPr>
            <a:spLocks noGrp="1"/>
          </p:cNvSpPr>
          <p:nvPr>
            <p:ph type="pic" idx="16"/>
          </p:nvPr>
        </p:nvSpPr>
        <p:spPr>
          <a:xfrm>
            <a:off x="6162050" y="204523"/>
            <a:ext cx="1292100" cy="12924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4" name="Google Shape;124;p13"/>
          <p:cNvSpPr>
            <a:spLocks noGrp="1"/>
          </p:cNvSpPr>
          <p:nvPr>
            <p:ph type="pic" idx="17"/>
          </p:nvPr>
        </p:nvSpPr>
        <p:spPr>
          <a:xfrm>
            <a:off x="3179925" y="2571753"/>
            <a:ext cx="1292100" cy="12924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5" name="Google Shape;125;p13"/>
          <p:cNvSpPr>
            <a:spLocks noGrp="1"/>
          </p:cNvSpPr>
          <p:nvPr>
            <p:ph type="pic" idx="18"/>
          </p:nvPr>
        </p:nvSpPr>
        <p:spPr>
          <a:xfrm>
            <a:off x="4671000" y="2571753"/>
            <a:ext cx="1292100" cy="12924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6" name="Google Shape;126;p13"/>
          <p:cNvSpPr>
            <a:spLocks noGrp="1"/>
          </p:cNvSpPr>
          <p:nvPr>
            <p:ph type="pic" idx="19"/>
          </p:nvPr>
        </p:nvSpPr>
        <p:spPr>
          <a:xfrm>
            <a:off x="6162050" y="2571748"/>
            <a:ext cx="1292100" cy="12924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7" name="Google Shape;127;p13"/>
          <p:cNvSpPr>
            <a:spLocks noGrp="1"/>
          </p:cNvSpPr>
          <p:nvPr>
            <p:ph type="pic" idx="20"/>
          </p:nvPr>
        </p:nvSpPr>
        <p:spPr>
          <a:xfrm>
            <a:off x="7653050" y="204528"/>
            <a:ext cx="1292100" cy="12924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8" name="Google Shape;128;p13"/>
          <p:cNvSpPr>
            <a:spLocks noGrp="1"/>
          </p:cNvSpPr>
          <p:nvPr>
            <p:ph type="pic" idx="21"/>
          </p:nvPr>
        </p:nvSpPr>
        <p:spPr>
          <a:xfrm>
            <a:off x="7653050" y="2571753"/>
            <a:ext cx="1292100" cy="12924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J - Texte &amp; Image / Fond Clair 10">
  <p:cSld name="TITLE_AND_BODY_1_1_1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1" name="Google Shape;131;p14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2"/>
          </p:nvPr>
        </p:nvSpPr>
        <p:spPr>
          <a:xfrm>
            <a:off x="197925" y="730775"/>
            <a:ext cx="4275000" cy="40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>
            <a:spLocks noGrp="1"/>
          </p:cNvSpPr>
          <p:nvPr>
            <p:ph type="pic" idx="3"/>
          </p:nvPr>
        </p:nvSpPr>
        <p:spPr>
          <a:xfrm>
            <a:off x="4671000" y="730775"/>
            <a:ext cx="4275000" cy="4016700"/>
          </a:xfrm>
          <a:prstGeom prst="roundRect">
            <a:avLst>
              <a:gd name="adj" fmla="val 236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K - Texte / Fond Clair 11">
  <p:cSld name="TITLE_AND_BODY_1_1_1_1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5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body" idx="1"/>
          </p:nvPr>
        </p:nvSpPr>
        <p:spPr>
          <a:xfrm>
            <a:off x="197925" y="857250"/>
            <a:ext cx="2784000" cy="38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body" idx="2"/>
          </p:nvPr>
        </p:nvSpPr>
        <p:spPr>
          <a:xfrm>
            <a:off x="3179963" y="857250"/>
            <a:ext cx="2784000" cy="38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body" idx="3"/>
          </p:nvPr>
        </p:nvSpPr>
        <p:spPr>
          <a:xfrm>
            <a:off x="6162000" y="857250"/>
            <a:ext cx="2784000" cy="38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subTitle" idx="4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L - Texte &amp; Image / Fond Clair 12">
  <p:cSld name="TITLE_AND_BODY_1_1_1_1_1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6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6"/>
          <p:cNvSpPr txBox="1">
            <a:spLocks noGrp="1"/>
          </p:cNvSpPr>
          <p:nvPr>
            <p:ph type="body" idx="2"/>
          </p:nvPr>
        </p:nvSpPr>
        <p:spPr>
          <a:xfrm>
            <a:off x="197925" y="2571750"/>
            <a:ext cx="2038500" cy="18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body" idx="3"/>
          </p:nvPr>
        </p:nvSpPr>
        <p:spPr>
          <a:xfrm>
            <a:off x="2434450" y="2571750"/>
            <a:ext cx="2038500" cy="18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48" name="Google Shape;148;p16"/>
          <p:cNvSpPr txBox="1">
            <a:spLocks noGrp="1"/>
          </p:cNvSpPr>
          <p:nvPr>
            <p:ph type="body" idx="4"/>
          </p:nvPr>
        </p:nvSpPr>
        <p:spPr>
          <a:xfrm>
            <a:off x="4670975" y="2571750"/>
            <a:ext cx="2038500" cy="18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body" idx="5"/>
          </p:nvPr>
        </p:nvSpPr>
        <p:spPr>
          <a:xfrm>
            <a:off x="6907500" y="2571750"/>
            <a:ext cx="2038500" cy="18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0" name="Google Shape;150;p16"/>
          <p:cNvSpPr>
            <a:spLocks noGrp="1"/>
          </p:cNvSpPr>
          <p:nvPr>
            <p:ph type="pic" idx="6"/>
          </p:nvPr>
        </p:nvSpPr>
        <p:spPr>
          <a:xfrm>
            <a:off x="197925" y="700500"/>
            <a:ext cx="2038500" cy="1673400"/>
          </a:xfrm>
          <a:prstGeom prst="roundRect">
            <a:avLst>
              <a:gd name="adj" fmla="val 236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1" name="Google Shape;151;p16"/>
          <p:cNvSpPr>
            <a:spLocks noGrp="1"/>
          </p:cNvSpPr>
          <p:nvPr>
            <p:ph type="pic" idx="7"/>
          </p:nvPr>
        </p:nvSpPr>
        <p:spPr>
          <a:xfrm>
            <a:off x="2434450" y="700500"/>
            <a:ext cx="2038500" cy="1673400"/>
          </a:xfrm>
          <a:prstGeom prst="roundRect">
            <a:avLst>
              <a:gd name="adj" fmla="val 236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2" name="Google Shape;152;p16"/>
          <p:cNvSpPr>
            <a:spLocks noGrp="1"/>
          </p:cNvSpPr>
          <p:nvPr>
            <p:ph type="pic" idx="8"/>
          </p:nvPr>
        </p:nvSpPr>
        <p:spPr>
          <a:xfrm>
            <a:off x="4670975" y="700500"/>
            <a:ext cx="2038500" cy="1673400"/>
          </a:xfrm>
          <a:prstGeom prst="roundRect">
            <a:avLst>
              <a:gd name="adj" fmla="val 236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p16"/>
          <p:cNvSpPr>
            <a:spLocks noGrp="1"/>
          </p:cNvSpPr>
          <p:nvPr>
            <p:ph type="pic" idx="9"/>
          </p:nvPr>
        </p:nvSpPr>
        <p:spPr>
          <a:xfrm>
            <a:off x="6907500" y="700500"/>
            <a:ext cx="2038500" cy="1673400"/>
          </a:xfrm>
          <a:prstGeom prst="roundRect">
            <a:avLst>
              <a:gd name="adj" fmla="val 236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M - Texte &amp; Image / Fond Clair 13">
  <p:cSld name="TITLE_AND_BODY_1_1_1_1_1_1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2"/>
          </p:nvPr>
        </p:nvSpPr>
        <p:spPr>
          <a:xfrm>
            <a:off x="943350" y="2571750"/>
            <a:ext cx="7257300" cy="18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9" name="Google Shape;159;p17"/>
          <p:cNvSpPr>
            <a:spLocks noGrp="1"/>
          </p:cNvSpPr>
          <p:nvPr>
            <p:ph type="pic" idx="3"/>
          </p:nvPr>
        </p:nvSpPr>
        <p:spPr>
          <a:xfrm>
            <a:off x="943350" y="700500"/>
            <a:ext cx="7257300" cy="1673400"/>
          </a:xfrm>
          <a:prstGeom prst="roundRect">
            <a:avLst>
              <a:gd name="adj" fmla="val 236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N - Texte / Fond Clair 14">
  <p:cSld name="TITLE_AND_BODY_1_1_1_1_1_1_1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63" name="Google Shape;163;p18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8"/>
          <p:cNvSpPr txBox="1">
            <a:spLocks noGrp="1"/>
          </p:cNvSpPr>
          <p:nvPr>
            <p:ph type="body" idx="2"/>
          </p:nvPr>
        </p:nvSpPr>
        <p:spPr>
          <a:xfrm>
            <a:off x="197925" y="670200"/>
            <a:ext cx="4275000" cy="17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3"/>
          </p:nvPr>
        </p:nvSpPr>
        <p:spPr>
          <a:xfrm>
            <a:off x="4671000" y="2571750"/>
            <a:ext cx="4275000" cy="17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4"/>
          </p:nvPr>
        </p:nvSpPr>
        <p:spPr>
          <a:xfrm>
            <a:off x="4671000" y="670200"/>
            <a:ext cx="4275000" cy="17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body" idx="5"/>
          </p:nvPr>
        </p:nvSpPr>
        <p:spPr>
          <a:xfrm>
            <a:off x="197925" y="2571750"/>
            <a:ext cx="4275000" cy="17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O - Vide / Fond Clair">
  <p:cSld name="TITLE_AND_BODY_1_1_1_1_1_1_1_1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F - Titre et Image / Fond Blanc">
  <p:cSld name="TITLE_AND_TWO_COLUMNS_4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74" name="Google Shape;174;p20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8748000" cy="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0"/>
          <p:cNvSpPr>
            <a:spLocks noGrp="1"/>
          </p:cNvSpPr>
          <p:nvPr>
            <p:ph type="pic" idx="2"/>
          </p:nvPr>
        </p:nvSpPr>
        <p:spPr>
          <a:xfrm>
            <a:off x="198000" y="600075"/>
            <a:ext cx="8748000" cy="4028700"/>
          </a:xfrm>
          <a:prstGeom prst="roundRect">
            <a:avLst>
              <a:gd name="adj" fmla="val 1913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A - Titre seul / Fond Navy">
  <p:cSld name="TITLE_AND_TWO_COLUMNS_3">
    <p:bg>
      <p:bgPr>
        <a:solidFill>
          <a:schemeClr val="dk2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78" name="Google Shape;178;p21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9" name="Google Shape;17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D - Titre et Image / Fond Navy">
  <p:cSld name="TITLE_AND_TWO_COLUMNS_3_1">
    <p:bg>
      <p:bgPr>
        <a:solidFill>
          <a:schemeClr val="dk2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3" name="Google Shape;18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2"/>
          <p:cNvSpPr>
            <a:spLocks noGrp="1"/>
          </p:cNvSpPr>
          <p:nvPr>
            <p:ph type="pic" idx="2"/>
          </p:nvPr>
        </p:nvSpPr>
        <p:spPr>
          <a:xfrm>
            <a:off x="198000" y="600075"/>
            <a:ext cx="8748000" cy="4028700"/>
          </a:xfrm>
          <a:prstGeom prst="roundRect">
            <a:avLst>
              <a:gd name="adj" fmla="val 1913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B - Titre seul / Fond Grey">
  <p:cSld name="TITLE_AND_TWO_COLUMNS_2">
    <p:bg>
      <p:bgPr>
        <a:solidFill>
          <a:schemeClr val="accen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3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88" name="Google Shape;188;p23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C - Titre Seul / Fond Blanc">
  <p:cSld name="TITLE_AND_TWO_COLUMNS_2_2"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4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4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2" name="Google Shape;192;p24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8748000" cy="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E - Titre et Image / Fond Grey">
  <p:cSld name="TITLE_AND_TWO_COLUMNS_2_1">
    <p:bg>
      <p:bgPr>
        <a:solidFill>
          <a:schemeClr val="accent1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5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6" name="Google Shape;196;p25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5"/>
          <p:cNvSpPr>
            <a:spLocks noGrp="1"/>
          </p:cNvSpPr>
          <p:nvPr>
            <p:ph type="pic" idx="2"/>
          </p:nvPr>
        </p:nvSpPr>
        <p:spPr>
          <a:xfrm>
            <a:off x="198000" y="600075"/>
            <a:ext cx="8748000" cy="4028700"/>
          </a:xfrm>
          <a:prstGeom prst="roundRect">
            <a:avLst>
              <a:gd name="adj" fmla="val 1913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A - Texte &amp; Image / Fond Grey 1">
  <p:cSld name="TITLE_AND_TWO_COLUMNS_1">
    <p:bg>
      <p:bgPr>
        <a:solidFill>
          <a:schemeClr val="accent1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6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1" name="Google Shape;201;p26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6"/>
          <p:cNvSpPr txBox="1">
            <a:spLocks noGrp="1"/>
          </p:cNvSpPr>
          <p:nvPr>
            <p:ph type="body" idx="2"/>
          </p:nvPr>
        </p:nvSpPr>
        <p:spPr>
          <a:xfrm>
            <a:off x="198000" y="878400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03" name="Google Shape;203;p26"/>
          <p:cNvSpPr>
            <a:spLocks noGrp="1"/>
          </p:cNvSpPr>
          <p:nvPr>
            <p:ph type="pic" idx="3"/>
          </p:nvPr>
        </p:nvSpPr>
        <p:spPr>
          <a:xfrm>
            <a:off x="3180000" y="198000"/>
            <a:ext cx="5766000" cy="4549500"/>
          </a:xfrm>
          <a:prstGeom prst="roundRect">
            <a:avLst>
              <a:gd name="adj" fmla="val 236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B - Texte &amp; Image / Fond Grey 2">
  <p:cSld name="TITLE_AND_TWO_COLUMNS_1_4">
    <p:bg>
      <p:bgPr>
        <a:solidFill>
          <a:schemeClr val="accent1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7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7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198000" y="878400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>
            <a:spLocks noGrp="1"/>
          </p:cNvSpPr>
          <p:nvPr>
            <p:ph type="pic" idx="3"/>
          </p:nvPr>
        </p:nvSpPr>
        <p:spPr>
          <a:xfrm>
            <a:off x="3180000" y="198000"/>
            <a:ext cx="5766000" cy="2175600"/>
          </a:xfrm>
          <a:prstGeom prst="roundRect">
            <a:avLst>
              <a:gd name="adj" fmla="val 236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180000" y="2571900"/>
            <a:ext cx="2784000" cy="21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1" name="Google Shape;211;p27"/>
          <p:cNvSpPr txBox="1">
            <a:spLocks noGrp="1"/>
          </p:cNvSpPr>
          <p:nvPr>
            <p:ph type="body" idx="5"/>
          </p:nvPr>
        </p:nvSpPr>
        <p:spPr>
          <a:xfrm>
            <a:off x="6162000" y="2571900"/>
            <a:ext cx="2784000" cy="21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C - Texte &amp; Image / Fond Grey 3">
  <p:cSld name="TITLE_AND_TWO_COLUMNS_1_4_2">
    <p:bg>
      <p:bgPr>
        <a:solidFill>
          <a:schemeClr val="accent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8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8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15" name="Google Shape;215;p28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8748000" cy="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16" name="Google Shape;216;p28" title="Laptop Mockup.png"/>
          <p:cNvPicPr preferRelativeResize="0"/>
          <p:nvPr/>
        </p:nvPicPr>
        <p:blipFill rotWithShape="1">
          <a:blip r:embed="rId3">
            <a:alphaModFix/>
          </a:blip>
          <a:srcRect b="8139"/>
          <a:stretch/>
        </p:blipFill>
        <p:spPr>
          <a:xfrm>
            <a:off x="1208600" y="928126"/>
            <a:ext cx="6726799" cy="421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8"/>
          <p:cNvSpPr/>
          <p:nvPr/>
        </p:nvSpPr>
        <p:spPr>
          <a:xfrm>
            <a:off x="1830500" y="1111250"/>
            <a:ext cx="5412300" cy="3521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8"/>
          <p:cNvSpPr>
            <a:spLocks noGrp="1"/>
          </p:cNvSpPr>
          <p:nvPr>
            <p:ph type="pic" idx="2"/>
          </p:nvPr>
        </p:nvSpPr>
        <p:spPr>
          <a:xfrm>
            <a:off x="1821475" y="1101825"/>
            <a:ext cx="5404500" cy="3531000"/>
          </a:xfrm>
          <a:prstGeom prst="roundRect">
            <a:avLst>
              <a:gd name="adj" fmla="val 178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D - Texte &amp; Image / Fond Grey 4">
  <p:cSld name="TITLE_AND_TWO_COLUMNS_1_4_1">
    <p:bg>
      <p:bgPr>
        <a:solidFill>
          <a:schemeClr val="accent1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9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9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22" name="Google Shape;222;p29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9"/>
          <p:cNvSpPr txBox="1">
            <a:spLocks noGrp="1"/>
          </p:cNvSpPr>
          <p:nvPr>
            <p:ph type="body" idx="2"/>
          </p:nvPr>
        </p:nvSpPr>
        <p:spPr>
          <a:xfrm>
            <a:off x="198000" y="878400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24" name="Google Shape;224;p29"/>
          <p:cNvSpPr>
            <a:spLocks noGrp="1"/>
          </p:cNvSpPr>
          <p:nvPr>
            <p:ph type="pic" idx="3"/>
          </p:nvPr>
        </p:nvSpPr>
        <p:spPr>
          <a:xfrm>
            <a:off x="3180000" y="198000"/>
            <a:ext cx="2784000" cy="2175600"/>
          </a:xfrm>
          <a:prstGeom prst="roundRect">
            <a:avLst>
              <a:gd name="adj" fmla="val 236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25" name="Google Shape;225;p29"/>
          <p:cNvSpPr txBox="1">
            <a:spLocks noGrp="1"/>
          </p:cNvSpPr>
          <p:nvPr>
            <p:ph type="body" idx="4"/>
          </p:nvPr>
        </p:nvSpPr>
        <p:spPr>
          <a:xfrm>
            <a:off x="3180000" y="2571900"/>
            <a:ext cx="5766000" cy="21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5"/>
          </p:nvPr>
        </p:nvSpPr>
        <p:spPr>
          <a:xfrm>
            <a:off x="6162000" y="198000"/>
            <a:ext cx="2784000" cy="2175600"/>
          </a:xfrm>
          <a:prstGeom prst="roundRect">
            <a:avLst>
              <a:gd name="adj" fmla="val 236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E - Texte &amp; Image / Fond Grey 5">
  <p:cSld name="TITLE_AND_TWO_COLUMNS_1_4_1_1">
    <p:bg>
      <p:bgPr>
        <a:solidFill>
          <a:schemeClr val="accent1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0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0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30" name="Google Shape;230;p30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30"/>
          <p:cNvSpPr txBox="1">
            <a:spLocks noGrp="1"/>
          </p:cNvSpPr>
          <p:nvPr>
            <p:ph type="body" idx="2"/>
          </p:nvPr>
        </p:nvSpPr>
        <p:spPr>
          <a:xfrm>
            <a:off x="198000" y="878400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2" name="Google Shape;232;p30"/>
          <p:cNvSpPr txBox="1">
            <a:spLocks noGrp="1"/>
          </p:cNvSpPr>
          <p:nvPr>
            <p:ph type="body" idx="3"/>
          </p:nvPr>
        </p:nvSpPr>
        <p:spPr>
          <a:xfrm>
            <a:off x="4671000" y="198000"/>
            <a:ext cx="4275000" cy="13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3" name="Google Shape;233;p30"/>
          <p:cNvSpPr txBox="1">
            <a:spLocks noGrp="1"/>
          </p:cNvSpPr>
          <p:nvPr>
            <p:ph type="body" idx="4"/>
          </p:nvPr>
        </p:nvSpPr>
        <p:spPr>
          <a:xfrm>
            <a:off x="3180000" y="1780500"/>
            <a:ext cx="4275000" cy="13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body" idx="5"/>
          </p:nvPr>
        </p:nvSpPr>
        <p:spPr>
          <a:xfrm>
            <a:off x="4671000" y="3363000"/>
            <a:ext cx="4275000" cy="13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5" name="Google Shape;235;p30"/>
          <p:cNvSpPr>
            <a:spLocks noGrp="1"/>
          </p:cNvSpPr>
          <p:nvPr>
            <p:ph type="pic" idx="6"/>
          </p:nvPr>
        </p:nvSpPr>
        <p:spPr>
          <a:xfrm>
            <a:off x="3180000" y="3362975"/>
            <a:ext cx="1293300" cy="1384500"/>
          </a:xfrm>
          <a:prstGeom prst="roundRect">
            <a:avLst>
              <a:gd name="adj" fmla="val 827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36" name="Google Shape;236;p30"/>
          <p:cNvSpPr>
            <a:spLocks noGrp="1"/>
          </p:cNvSpPr>
          <p:nvPr>
            <p:ph type="pic" idx="7"/>
          </p:nvPr>
        </p:nvSpPr>
        <p:spPr>
          <a:xfrm>
            <a:off x="7653000" y="1780500"/>
            <a:ext cx="1293300" cy="1384500"/>
          </a:xfrm>
          <a:prstGeom prst="roundRect">
            <a:avLst>
              <a:gd name="adj" fmla="val 827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37" name="Google Shape;237;p30"/>
          <p:cNvSpPr>
            <a:spLocks noGrp="1"/>
          </p:cNvSpPr>
          <p:nvPr>
            <p:ph type="pic" idx="8"/>
          </p:nvPr>
        </p:nvSpPr>
        <p:spPr>
          <a:xfrm>
            <a:off x="3180000" y="198025"/>
            <a:ext cx="1293300" cy="1384500"/>
          </a:xfrm>
          <a:prstGeom prst="roundRect">
            <a:avLst>
              <a:gd name="adj" fmla="val 827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F - Texte &amp; Image / Fond Grey 6">
  <p:cSld name="TITLE_AND_TWO_COLUMNS_1_4_1_1_1">
    <p:bg>
      <p:bgPr>
        <a:solidFill>
          <a:schemeClr val="accent1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1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1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body" idx="2"/>
          </p:nvPr>
        </p:nvSpPr>
        <p:spPr>
          <a:xfrm>
            <a:off x="198000" y="968775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body" idx="3"/>
          </p:nvPr>
        </p:nvSpPr>
        <p:spPr>
          <a:xfrm>
            <a:off x="4671850" y="3458675"/>
            <a:ext cx="2037600" cy="12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body" idx="4"/>
          </p:nvPr>
        </p:nvSpPr>
        <p:spPr>
          <a:xfrm>
            <a:off x="6907500" y="3458675"/>
            <a:ext cx="2037600" cy="12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body" idx="5"/>
          </p:nvPr>
        </p:nvSpPr>
        <p:spPr>
          <a:xfrm>
            <a:off x="2435375" y="3465529"/>
            <a:ext cx="2037600" cy="12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6" name="Google Shape;246;p31"/>
          <p:cNvSpPr>
            <a:spLocks noGrp="1"/>
          </p:cNvSpPr>
          <p:nvPr>
            <p:ph type="pic" idx="6"/>
          </p:nvPr>
        </p:nvSpPr>
        <p:spPr>
          <a:xfrm>
            <a:off x="2435425" y="198000"/>
            <a:ext cx="2037600" cy="3144900"/>
          </a:xfrm>
          <a:prstGeom prst="roundRect">
            <a:avLst>
              <a:gd name="adj" fmla="val 527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47" name="Google Shape;247;p31"/>
          <p:cNvSpPr>
            <a:spLocks noGrp="1"/>
          </p:cNvSpPr>
          <p:nvPr>
            <p:ph type="pic" idx="7"/>
          </p:nvPr>
        </p:nvSpPr>
        <p:spPr>
          <a:xfrm>
            <a:off x="4671463" y="198000"/>
            <a:ext cx="2037600" cy="3144900"/>
          </a:xfrm>
          <a:prstGeom prst="roundRect">
            <a:avLst>
              <a:gd name="adj" fmla="val 527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48" name="Google Shape;248;p31"/>
          <p:cNvSpPr>
            <a:spLocks noGrp="1"/>
          </p:cNvSpPr>
          <p:nvPr>
            <p:ph type="pic" idx="8"/>
          </p:nvPr>
        </p:nvSpPr>
        <p:spPr>
          <a:xfrm>
            <a:off x="6907500" y="198000"/>
            <a:ext cx="2037600" cy="3144900"/>
          </a:xfrm>
          <a:prstGeom prst="roundRect">
            <a:avLst>
              <a:gd name="adj" fmla="val 527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G - Texte &amp; Image / Fond Grey 7">
  <p:cSld name="TITLE_AND_TWO_COLUMNS_1_4_1_1_1_1">
    <p:bg>
      <p:bgPr>
        <a:solidFill>
          <a:schemeClr val="accent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2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2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52" name="Google Shape;252;p32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2"/>
          <p:cNvSpPr txBox="1">
            <a:spLocks noGrp="1"/>
          </p:cNvSpPr>
          <p:nvPr>
            <p:ph type="body" idx="2"/>
          </p:nvPr>
        </p:nvSpPr>
        <p:spPr>
          <a:xfrm>
            <a:off x="198000" y="968775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4" name="Google Shape;254;p32"/>
          <p:cNvSpPr txBox="1">
            <a:spLocks noGrp="1"/>
          </p:cNvSpPr>
          <p:nvPr>
            <p:ph type="body" idx="3"/>
          </p:nvPr>
        </p:nvSpPr>
        <p:spPr>
          <a:xfrm>
            <a:off x="4671850" y="1839900"/>
            <a:ext cx="2037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5" name="Google Shape;255;p32"/>
          <p:cNvSpPr txBox="1">
            <a:spLocks noGrp="1"/>
          </p:cNvSpPr>
          <p:nvPr>
            <p:ph type="body" idx="4"/>
          </p:nvPr>
        </p:nvSpPr>
        <p:spPr>
          <a:xfrm>
            <a:off x="6907500" y="1839900"/>
            <a:ext cx="2037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body" idx="5"/>
          </p:nvPr>
        </p:nvSpPr>
        <p:spPr>
          <a:xfrm>
            <a:off x="2435375" y="1842197"/>
            <a:ext cx="2037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body" idx="6"/>
          </p:nvPr>
        </p:nvSpPr>
        <p:spPr>
          <a:xfrm>
            <a:off x="4672288" y="4279271"/>
            <a:ext cx="20376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8" name="Google Shape;258;p32"/>
          <p:cNvSpPr txBox="1">
            <a:spLocks noGrp="1"/>
          </p:cNvSpPr>
          <p:nvPr>
            <p:ph type="body" idx="7"/>
          </p:nvPr>
        </p:nvSpPr>
        <p:spPr>
          <a:xfrm>
            <a:off x="6907938" y="4279271"/>
            <a:ext cx="20376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9" name="Google Shape;259;p32"/>
          <p:cNvSpPr txBox="1">
            <a:spLocks noGrp="1"/>
          </p:cNvSpPr>
          <p:nvPr>
            <p:ph type="body" idx="8"/>
          </p:nvPr>
        </p:nvSpPr>
        <p:spPr>
          <a:xfrm>
            <a:off x="2435813" y="4282522"/>
            <a:ext cx="20376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0" name="Google Shape;260;p32"/>
          <p:cNvSpPr>
            <a:spLocks noGrp="1"/>
          </p:cNvSpPr>
          <p:nvPr>
            <p:ph type="pic" idx="9"/>
          </p:nvPr>
        </p:nvSpPr>
        <p:spPr>
          <a:xfrm>
            <a:off x="4671488" y="198000"/>
            <a:ext cx="2037600" cy="15840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61" name="Google Shape;261;p32"/>
          <p:cNvSpPr>
            <a:spLocks noGrp="1"/>
          </p:cNvSpPr>
          <p:nvPr>
            <p:ph type="pic" idx="13"/>
          </p:nvPr>
        </p:nvSpPr>
        <p:spPr>
          <a:xfrm>
            <a:off x="6907550" y="198000"/>
            <a:ext cx="2037600" cy="15840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62" name="Google Shape;262;p32"/>
          <p:cNvSpPr>
            <a:spLocks noGrp="1"/>
          </p:cNvSpPr>
          <p:nvPr>
            <p:ph type="pic" idx="14"/>
          </p:nvPr>
        </p:nvSpPr>
        <p:spPr>
          <a:xfrm>
            <a:off x="2435425" y="203055"/>
            <a:ext cx="2037600" cy="15840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63" name="Google Shape;263;p32"/>
          <p:cNvSpPr>
            <a:spLocks noGrp="1"/>
          </p:cNvSpPr>
          <p:nvPr>
            <p:ph type="pic" idx="15"/>
          </p:nvPr>
        </p:nvSpPr>
        <p:spPr>
          <a:xfrm>
            <a:off x="4672338" y="2571746"/>
            <a:ext cx="2037600" cy="15789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64" name="Google Shape;264;p32"/>
          <p:cNvSpPr>
            <a:spLocks noGrp="1"/>
          </p:cNvSpPr>
          <p:nvPr>
            <p:ph type="pic" idx="16"/>
          </p:nvPr>
        </p:nvSpPr>
        <p:spPr>
          <a:xfrm>
            <a:off x="6907988" y="2571746"/>
            <a:ext cx="2037600" cy="15789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65" name="Google Shape;265;p32"/>
          <p:cNvSpPr>
            <a:spLocks noGrp="1"/>
          </p:cNvSpPr>
          <p:nvPr>
            <p:ph type="pic" idx="17"/>
          </p:nvPr>
        </p:nvSpPr>
        <p:spPr>
          <a:xfrm>
            <a:off x="2435863" y="2576801"/>
            <a:ext cx="2037600" cy="15789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H - Texte &amp; Image / Fond Grey 8">
  <p:cSld name="TITLE_AND_TWO_COLUMNS_1_4_1_1_1_1_1">
    <p:bg>
      <p:bgPr>
        <a:solidFill>
          <a:schemeClr val="accent1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33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3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69" name="Google Shape;269;p33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body" idx="2"/>
          </p:nvPr>
        </p:nvSpPr>
        <p:spPr>
          <a:xfrm>
            <a:off x="197925" y="968775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body" idx="3"/>
          </p:nvPr>
        </p:nvSpPr>
        <p:spPr>
          <a:xfrm>
            <a:off x="3179875" y="3031342"/>
            <a:ext cx="1292100" cy="16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2" name="Google Shape;272;p33"/>
          <p:cNvSpPr txBox="1">
            <a:spLocks noGrp="1"/>
          </p:cNvSpPr>
          <p:nvPr>
            <p:ph type="body" idx="4"/>
          </p:nvPr>
        </p:nvSpPr>
        <p:spPr>
          <a:xfrm>
            <a:off x="4670950" y="3031342"/>
            <a:ext cx="1292100" cy="16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3" name="Google Shape;273;p33"/>
          <p:cNvSpPr txBox="1">
            <a:spLocks noGrp="1"/>
          </p:cNvSpPr>
          <p:nvPr>
            <p:ph type="body" idx="5"/>
          </p:nvPr>
        </p:nvSpPr>
        <p:spPr>
          <a:xfrm>
            <a:off x="7653000" y="3031342"/>
            <a:ext cx="1292100" cy="16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4" name="Google Shape;274;p33"/>
          <p:cNvSpPr txBox="1">
            <a:spLocks noGrp="1"/>
          </p:cNvSpPr>
          <p:nvPr>
            <p:ph type="body" idx="6"/>
          </p:nvPr>
        </p:nvSpPr>
        <p:spPr>
          <a:xfrm>
            <a:off x="6162000" y="3031325"/>
            <a:ext cx="1292100" cy="16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5" name="Google Shape;275;p33"/>
          <p:cNvSpPr>
            <a:spLocks noGrp="1"/>
          </p:cNvSpPr>
          <p:nvPr>
            <p:ph type="pic" idx="7"/>
          </p:nvPr>
        </p:nvSpPr>
        <p:spPr>
          <a:xfrm>
            <a:off x="3179925" y="198009"/>
            <a:ext cx="1292100" cy="26670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76" name="Google Shape;276;p33"/>
          <p:cNvSpPr>
            <a:spLocks noGrp="1"/>
          </p:cNvSpPr>
          <p:nvPr>
            <p:ph type="pic" idx="8"/>
          </p:nvPr>
        </p:nvSpPr>
        <p:spPr>
          <a:xfrm>
            <a:off x="4671000" y="198009"/>
            <a:ext cx="1292100" cy="26670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77" name="Google Shape;277;p33"/>
          <p:cNvSpPr>
            <a:spLocks noGrp="1"/>
          </p:cNvSpPr>
          <p:nvPr>
            <p:ph type="pic" idx="9"/>
          </p:nvPr>
        </p:nvSpPr>
        <p:spPr>
          <a:xfrm>
            <a:off x="7653050" y="198009"/>
            <a:ext cx="1292100" cy="26670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78" name="Google Shape;278;p33"/>
          <p:cNvSpPr>
            <a:spLocks noGrp="1"/>
          </p:cNvSpPr>
          <p:nvPr>
            <p:ph type="pic" idx="13"/>
          </p:nvPr>
        </p:nvSpPr>
        <p:spPr>
          <a:xfrm>
            <a:off x="6162050" y="197998"/>
            <a:ext cx="1292100" cy="26670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I - Texte &amp; Image / Fond Grey 9">
  <p:cSld name="TITLE_AND_TWO_COLUMNS_1_4_1_1_1_1_1_1">
    <p:bg>
      <p:bgPr>
        <a:solidFill>
          <a:schemeClr val="accent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34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4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82" name="Google Shape;282;p34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34"/>
          <p:cNvSpPr txBox="1">
            <a:spLocks noGrp="1"/>
          </p:cNvSpPr>
          <p:nvPr>
            <p:ph type="body" idx="2"/>
          </p:nvPr>
        </p:nvSpPr>
        <p:spPr>
          <a:xfrm>
            <a:off x="197925" y="968775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84" name="Google Shape;284;p34"/>
          <p:cNvSpPr txBox="1">
            <a:spLocks noGrp="1"/>
          </p:cNvSpPr>
          <p:nvPr>
            <p:ph type="body" idx="3"/>
          </p:nvPr>
        </p:nvSpPr>
        <p:spPr>
          <a:xfrm>
            <a:off x="3179875" y="1668454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85" name="Google Shape;285;p34"/>
          <p:cNvSpPr txBox="1">
            <a:spLocks noGrp="1"/>
          </p:cNvSpPr>
          <p:nvPr>
            <p:ph type="body" idx="4"/>
          </p:nvPr>
        </p:nvSpPr>
        <p:spPr>
          <a:xfrm>
            <a:off x="4670950" y="1668454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86" name="Google Shape;286;p34"/>
          <p:cNvSpPr txBox="1">
            <a:spLocks noGrp="1"/>
          </p:cNvSpPr>
          <p:nvPr>
            <p:ph type="body" idx="5"/>
          </p:nvPr>
        </p:nvSpPr>
        <p:spPr>
          <a:xfrm>
            <a:off x="6162000" y="1668445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87" name="Google Shape;287;p34"/>
          <p:cNvSpPr txBox="1">
            <a:spLocks noGrp="1"/>
          </p:cNvSpPr>
          <p:nvPr>
            <p:ph type="body" idx="6"/>
          </p:nvPr>
        </p:nvSpPr>
        <p:spPr>
          <a:xfrm>
            <a:off x="3179875" y="4035678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88" name="Google Shape;288;p34"/>
          <p:cNvSpPr txBox="1">
            <a:spLocks noGrp="1"/>
          </p:cNvSpPr>
          <p:nvPr>
            <p:ph type="body" idx="7"/>
          </p:nvPr>
        </p:nvSpPr>
        <p:spPr>
          <a:xfrm>
            <a:off x="4670950" y="4035678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89" name="Google Shape;289;p34"/>
          <p:cNvSpPr txBox="1">
            <a:spLocks noGrp="1"/>
          </p:cNvSpPr>
          <p:nvPr>
            <p:ph type="body" idx="8"/>
          </p:nvPr>
        </p:nvSpPr>
        <p:spPr>
          <a:xfrm>
            <a:off x="6162000" y="4035670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0" name="Google Shape;290;p34"/>
          <p:cNvSpPr txBox="1">
            <a:spLocks noGrp="1"/>
          </p:cNvSpPr>
          <p:nvPr>
            <p:ph type="body" idx="9"/>
          </p:nvPr>
        </p:nvSpPr>
        <p:spPr>
          <a:xfrm>
            <a:off x="7653000" y="1668453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1" name="Google Shape;291;p34"/>
          <p:cNvSpPr txBox="1">
            <a:spLocks noGrp="1"/>
          </p:cNvSpPr>
          <p:nvPr>
            <p:ph type="body" idx="13"/>
          </p:nvPr>
        </p:nvSpPr>
        <p:spPr>
          <a:xfrm>
            <a:off x="7653000" y="4035678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2" name="Google Shape;292;p34"/>
          <p:cNvSpPr>
            <a:spLocks noGrp="1"/>
          </p:cNvSpPr>
          <p:nvPr>
            <p:ph type="pic" idx="14"/>
          </p:nvPr>
        </p:nvSpPr>
        <p:spPr>
          <a:xfrm>
            <a:off x="3179925" y="204528"/>
            <a:ext cx="1292100" cy="12924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93" name="Google Shape;293;p34"/>
          <p:cNvSpPr>
            <a:spLocks noGrp="1"/>
          </p:cNvSpPr>
          <p:nvPr>
            <p:ph type="pic" idx="15"/>
          </p:nvPr>
        </p:nvSpPr>
        <p:spPr>
          <a:xfrm>
            <a:off x="4671000" y="204528"/>
            <a:ext cx="1292100" cy="12924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94" name="Google Shape;294;p34"/>
          <p:cNvSpPr>
            <a:spLocks noGrp="1"/>
          </p:cNvSpPr>
          <p:nvPr>
            <p:ph type="pic" idx="16"/>
          </p:nvPr>
        </p:nvSpPr>
        <p:spPr>
          <a:xfrm>
            <a:off x="6162050" y="204523"/>
            <a:ext cx="1292100" cy="12924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95" name="Google Shape;295;p34"/>
          <p:cNvSpPr>
            <a:spLocks noGrp="1"/>
          </p:cNvSpPr>
          <p:nvPr>
            <p:ph type="pic" idx="17"/>
          </p:nvPr>
        </p:nvSpPr>
        <p:spPr>
          <a:xfrm>
            <a:off x="3179925" y="2571753"/>
            <a:ext cx="1292100" cy="12924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96" name="Google Shape;296;p34"/>
          <p:cNvSpPr>
            <a:spLocks noGrp="1"/>
          </p:cNvSpPr>
          <p:nvPr>
            <p:ph type="pic" idx="18"/>
          </p:nvPr>
        </p:nvSpPr>
        <p:spPr>
          <a:xfrm>
            <a:off x="4671000" y="2571753"/>
            <a:ext cx="1292100" cy="12924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97" name="Google Shape;297;p34"/>
          <p:cNvSpPr>
            <a:spLocks noGrp="1"/>
          </p:cNvSpPr>
          <p:nvPr>
            <p:ph type="pic" idx="19"/>
          </p:nvPr>
        </p:nvSpPr>
        <p:spPr>
          <a:xfrm>
            <a:off x="6162050" y="2571748"/>
            <a:ext cx="1292100" cy="12924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98" name="Google Shape;298;p34"/>
          <p:cNvSpPr>
            <a:spLocks noGrp="1"/>
          </p:cNvSpPr>
          <p:nvPr>
            <p:ph type="pic" idx="20"/>
          </p:nvPr>
        </p:nvSpPr>
        <p:spPr>
          <a:xfrm>
            <a:off x="7653050" y="204528"/>
            <a:ext cx="1292100" cy="12924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99" name="Google Shape;299;p34"/>
          <p:cNvSpPr>
            <a:spLocks noGrp="1"/>
          </p:cNvSpPr>
          <p:nvPr>
            <p:ph type="pic" idx="21"/>
          </p:nvPr>
        </p:nvSpPr>
        <p:spPr>
          <a:xfrm>
            <a:off x="7653050" y="2571753"/>
            <a:ext cx="1292100" cy="1292400"/>
          </a:xfrm>
          <a:prstGeom prst="roundRect">
            <a:avLst>
              <a:gd name="adj" fmla="val 3727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J - Texte &amp; Image / Fond Grey 10">
  <p:cSld name="TITLE_AND_TWO_COLUMNS_1_3">
    <p:bg>
      <p:bgPr>
        <a:solidFill>
          <a:schemeClr val="accent1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02" name="Google Shape;302;p35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5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304" name="Google Shape;304;p35"/>
          <p:cNvSpPr txBox="1">
            <a:spLocks noGrp="1"/>
          </p:cNvSpPr>
          <p:nvPr>
            <p:ph type="body" idx="2"/>
          </p:nvPr>
        </p:nvSpPr>
        <p:spPr>
          <a:xfrm>
            <a:off x="197925" y="730775"/>
            <a:ext cx="4275000" cy="40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05" name="Google Shape;305;p35"/>
          <p:cNvSpPr>
            <a:spLocks noGrp="1"/>
          </p:cNvSpPr>
          <p:nvPr>
            <p:ph type="pic" idx="3"/>
          </p:nvPr>
        </p:nvSpPr>
        <p:spPr>
          <a:xfrm>
            <a:off x="4671000" y="730775"/>
            <a:ext cx="4275000" cy="4016700"/>
          </a:xfrm>
          <a:prstGeom prst="roundRect">
            <a:avLst>
              <a:gd name="adj" fmla="val 236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K - Texte / Fond Grey 11">
  <p:cSld name="TITLE_AND_TWO_COLUMNS_1_2">
    <p:bg>
      <p:bgPr>
        <a:solidFill>
          <a:schemeClr val="accent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6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08" name="Google Shape;308;p36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6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310" name="Google Shape;310;p36"/>
          <p:cNvSpPr txBox="1">
            <a:spLocks noGrp="1"/>
          </p:cNvSpPr>
          <p:nvPr>
            <p:ph type="body" idx="2"/>
          </p:nvPr>
        </p:nvSpPr>
        <p:spPr>
          <a:xfrm>
            <a:off x="197925" y="857250"/>
            <a:ext cx="2784000" cy="38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1" name="Google Shape;311;p36"/>
          <p:cNvSpPr txBox="1">
            <a:spLocks noGrp="1"/>
          </p:cNvSpPr>
          <p:nvPr>
            <p:ph type="body" idx="3"/>
          </p:nvPr>
        </p:nvSpPr>
        <p:spPr>
          <a:xfrm>
            <a:off x="3179963" y="857250"/>
            <a:ext cx="2784000" cy="38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2" name="Google Shape;312;p36"/>
          <p:cNvSpPr txBox="1">
            <a:spLocks noGrp="1"/>
          </p:cNvSpPr>
          <p:nvPr>
            <p:ph type="body" idx="4"/>
          </p:nvPr>
        </p:nvSpPr>
        <p:spPr>
          <a:xfrm>
            <a:off x="6162000" y="857250"/>
            <a:ext cx="2784000" cy="38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L - Texte &amp; Image / Fond Grey 12">
  <p:cSld name="TITLE_AND_TWO_COLUMNS_1_2_1">
    <p:bg>
      <p:bgPr>
        <a:solidFill>
          <a:schemeClr val="accent1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7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15" name="Google Shape;315;p37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7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317" name="Google Shape;317;p37"/>
          <p:cNvSpPr txBox="1">
            <a:spLocks noGrp="1"/>
          </p:cNvSpPr>
          <p:nvPr>
            <p:ph type="body" idx="2"/>
          </p:nvPr>
        </p:nvSpPr>
        <p:spPr>
          <a:xfrm>
            <a:off x="197925" y="2571750"/>
            <a:ext cx="2038500" cy="18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8" name="Google Shape;318;p37"/>
          <p:cNvSpPr txBox="1">
            <a:spLocks noGrp="1"/>
          </p:cNvSpPr>
          <p:nvPr>
            <p:ph type="body" idx="3"/>
          </p:nvPr>
        </p:nvSpPr>
        <p:spPr>
          <a:xfrm>
            <a:off x="2434450" y="2571750"/>
            <a:ext cx="2038500" cy="18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9" name="Google Shape;319;p37"/>
          <p:cNvSpPr txBox="1">
            <a:spLocks noGrp="1"/>
          </p:cNvSpPr>
          <p:nvPr>
            <p:ph type="body" idx="4"/>
          </p:nvPr>
        </p:nvSpPr>
        <p:spPr>
          <a:xfrm>
            <a:off x="4670975" y="2571750"/>
            <a:ext cx="2038500" cy="18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20" name="Google Shape;320;p37"/>
          <p:cNvSpPr txBox="1">
            <a:spLocks noGrp="1"/>
          </p:cNvSpPr>
          <p:nvPr>
            <p:ph type="body" idx="5"/>
          </p:nvPr>
        </p:nvSpPr>
        <p:spPr>
          <a:xfrm>
            <a:off x="6907500" y="2571750"/>
            <a:ext cx="2038500" cy="18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21" name="Google Shape;321;p37"/>
          <p:cNvSpPr>
            <a:spLocks noGrp="1"/>
          </p:cNvSpPr>
          <p:nvPr>
            <p:ph type="pic" idx="6"/>
          </p:nvPr>
        </p:nvSpPr>
        <p:spPr>
          <a:xfrm>
            <a:off x="197925" y="700500"/>
            <a:ext cx="2038500" cy="1673400"/>
          </a:xfrm>
          <a:prstGeom prst="roundRect">
            <a:avLst>
              <a:gd name="adj" fmla="val 236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22" name="Google Shape;322;p37"/>
          <p:cNvSpPr>
            <a:spLocks noGrp="1"/>
          </p:cNvSpPr>
          <p:nvPr>
            <p:ph type="pic" idx="7"/>
          </p:nvPr>
        </p:nvSpPr>
        <p:spPr>
          <a:xfrm>
            <a:off x="2434450" y="700500"/>
            <a:ext cx="2038500" cy="1673400"/>
          </a:xfrm>
          <a:prstGeom prst="roundRect">
            <a:avLst>
              <a:gd name="adj" fmla="val 236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23" name="Google Shape;323;p37"/>
          <p:cNvSpPr>
            <a:spLocks noGrp="1"/>
          </p:cNvSpPr>
          <p:nvPr>
            <p:ph type="pic" idx="8"/>
          </p:nvPr>
        </p:nvSpPr>
        <p:spPr>
          <a:xfrm>
            <a:off x="4670975" y="700500"/>
            <a:ext cx="2038500" cy="1673400"/>
          </a:xfrm>
          <a:prstGeom prst="roundRect">
            <a:avLst>
              <a:gd name="adj" fmla="val 236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24" name="Google Shape;324;p37"/>
          <p:cNvSpPr>
            <a:spLocks noGrp="1"/>
          </p:cNvSpPr>
          <p:nvPr>
            <p:ph type="pic" idx="9"/>
          </p:nvPr>
        </p:nvSpPr>
        <p:spPr>
          <a:xfrm>
            <a:off x="6907500" y="700500"/>
            <a:ext cx="2038500" cy="1673400"/>
          </a:xfrm>
          <a:prstGeom prst="roundRect">
            <a:avLst>
              <a:gd name="adj" fmla="val 236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M - Texte &amp; Image / Fond Grey 13">
  <p:cSld name="TITLE_AND_TWO_COLUMNS_1_2_1_1">
    <p:bg>
      <p:bgPr>
        <a:solidFill>
          <a:schemeClr val="accent1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8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27" name="Google Shape;327;p38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8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329" name="Google Shape;329;p38"/>
          <p:cNvSpPr txBox="1">
            <a:spLocks noGrp="1"/>
          </p:cNvSpPr>
          <p:nvPr>
            <p:ph type="body" idx="2"/>
          </p:nvPr>
        </p:nvSpPr>
        <p:spPr>
          <a:xfrm>
            <a:off x="943350" y="2571750"/>
            <a:ext cx="7257300" cy="18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0" name="Google Shape;330;p38"/>
          <p:cNvSpPr>
            <a:spLocks noGrp="1"/>
          </p:cNvSpPr>
          <p:nvPr>
            <p:ph type="pic" idx="3"/>
          </p:nvPr>
        </p:nvSpPr>
        <p:spPr>
          <a:xfrm>
            <a:off x="943350" y="700500"/>
            <a:ext cx="7257300" cy="1673400"/>
          </a:xfrm>
          <a:prstGeom prst="roundRect">
            <a:avLst>
              <a:gd name="adj" fmla="val 236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N - Texte / Fond Grey 14">
  <p:cSld name="TITLE_AND_TWO_COLUMNS_1_1">
    <p:bg>
      <p:bgPr>
        <a:solidFill>
          <a:schemeClr val="accent1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9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33" name="Google Shape;333;p39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9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335" name="Google Shape;335;p39"/>
          <p:cNvSpPr txBox="1">
            <a:spLocks noGrp="1"/>
          </p:cNvSpPr>
          <p:nvPr>
            <p:ph type="body" idx="2"/>
          </p:nvPr>
        </p:nvSpPr>
        <p:spPr>
          <a:xfrm>
            <a:off x="197925" y="670200"/>
            <a:ext cx="4275000" cy="17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6" name="Google Shape;336;p39"/>
          <p:cNvSpPr txBox="1">
            <a:spLocks noGrp="1"/>
          </p:cNvSpPr>
          <p:nvPr>
            <p:ph type="body" idx="3"/>
          </p:nvPr>
        </p:nvSpPr>
        <p:spPr>
          <a:xfrm>
            <a:off x="4671000" y="2571750"/>
            <a:ext cx="4275000" cy="17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7" name="Google Shape;337;p39"/>
          <p:cNvSpPr txBox="1">
            <a:spLocks noGrp="1"/>
          </p:cNvSpPr>
          <p:nvPr>
            <p:ph type="body" idx="4"/>
          </p:nvPr>
        </p:nvSpPr>
        <p:spPr>
          <a:xfrm>
            <a:off x="4671000" y="670200"/>
            <a:ext cx="4275000" cy="17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8" name="Google Shape;338;p39"/>
          <p:cNvSpPr txBox="1">
            <a:spLocks noGrp="1"/>
          </p:cNvSpPr>
          <p:nvPr>
            <p:ph type="body" idx="5"/>
          </p:nvPr>
        </p:nvSpPr>
        <p:spPr>
          <a:xfrm>
            <a:off x="197925" y="2571750"/>
            <a:ext cx="4275000" cy="17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O - Vide / Fond Grey 15">
  <p:cSld name="TITLE_AND_TWO_COLUMNS_1_1_1">
    <p:bg>
      <p:bgPr>
        <a:solidFill>
          <a:schemeClr val="accent1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40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A - Transition avec Photo">
  <p:cSld name="CUSTOM_1_2">
    <p:bg>
      <p:bgPr>
        <a:solidFill>
          <a:schemeClr val="dk2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343" name="Google Shape;343;p41"/>
          <p:cNvPicPr preferRelativeResize="0"/>
          <p:nvPr/>
        </p:nvPicPr>
        <p:blipFill rotWithShape="1">
          <a:blip r:embed="rId2">
            <a:alphaModFix/>
          </a:blip>
          <a:srcRect l="24199" r="9303" b="4215"/>
          <a:stretch/>
        </p:blipFill>
        <p:spPr>
          <a:xfrm>
            <a:off x="4179650" y="187275"/>
            <a:ext cx="4758300" cy="4568400"/>
          </a:xfrm>
          <a:prstGeom prst="roundRect">
            <a:avLst>
              <a:gd name="adj" fmla="val 2605"/>
            </a:avLst>
          </a:prstGeom>
          <a:noFill/>
          <a:ln>
            <a:noFill/>
          </a:ln>
        </p:spPr>
      </p:pic>
      <p:sp>
        <p:nvSpPr>
          <p:cNvPr id="344" name="Google Shape;344;p41"/>
          <p:cNvSpPr txBox="1">
            <a:spLocks noGrp="1"/>
          </p:cNvSpPr>
          <p:nvPr>
            <p:ph type="title"/>
          </p:nvPr>
        </p:nvSpPr>
        <p:spPr>
          <a:xfrm>
            <a:off x="198000" y="198000"/>
            <a:ext cx="3529500" cy="4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○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■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○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■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○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■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pic>
        <p:nvPicPr>
          <p:cNvPr id="345" name="Google Shape;34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C - Transition avec Photo &amp; Forme">
  <p:cSld name="CUSTOM_1_2_1">
    <p:bg>
      <p:bgPr>
        <a:solidFill>
          <a:schemeClr val="dk2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348" name="Google Shape;348;p42"/>
          <p:cNvPicPr preferRelativeResize="0"/>
          <p:nvPr/>
        </p:nvPicPr>
        <p:blipFill rotWithShape="1">
          <a:blip r:embed="rId2">
            <a:alphaModFix/>
          </a:blip>
          <a:srcRect l="24199" r="9303" b="4215"/>
          <a:stretch/>
        </p:blipFill>
        <p:spPr>
          <a:xfrm>
            <a:off x="4179650" y="187275"/>
            <a:ext cx="4758300" cy="4568400"/>
          </a:xfrm>
          <a:prstGeom prst="roundRect">
            <a:avLst>
              <a:gd name="adj" fmla="val 2605"/>
            </a:avLst>
          </a:prstGeom>
          <a:noFill/>
          <a:ln>
            <a:noFill/>
          </a:ln>
        </p:spPr>
      </p:pic>
      <p:pic>
        <p:nvPicPr>
          <p:cNvPr id="349" name="Google Shape;34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4860175" y="329425"/>
            <a:ext cx="8490126" cy="4201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2"/>
          <p:cNvSpPr txBox="1">
            <a:spLocks noGrp="1"/>
          </p:cNvSpPr>
          <p:nvPr>
            <p:ph type="title"/>
          </p:nvPr>
        </p:nvSpPr>
        <p:spPr>
          <a:xfrm>
            <a:off x="198000" y="198000"/>
            <a:ext cx="3529500" cy="4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○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■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○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■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○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■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pic>
        <p:nvPicPr>
          <p:cNvPr id="351" name="Google Shape;35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B - Transition avec forme">
  <p:cSld name="CUSTOM_1_1">
    <p:bg>
      <p:bgPr>
        <a:solidFill>
          <a:schemeClr val="dk2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354" name="Google Shape;354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161999" y="2571751"/>
            <a:ext cx="5989426" cy="2963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43"/>
          <p:cNvSpPr txBox="1">
            <a:spLocks noGrp="1"/>
          </p:cNvSpPr>
          <p:nvPr>
            <p:ph type="title"/>
          </p:nvPr>
        </p:nvSpPr>
        <p:spPr>
          <a:xfrm>
            <a:off x="198000" y="198000"/>
            <a:ext cx="8748000" cy="4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Work Sans Medium"/>
              <a:buChar char="●"/>
              <a:defRPr sz="36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pic>
        <p:nvPicPr>
          <p:cNvPr id="356" name="Google Shape;35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A - Transition / Data &amp; IA">
  <p:cSld name="CUSTOM">
    <p:bg>
      <p:bgPr>
        <a:solidFill>
          <a:schemeClr val="accent3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4"/>
          <p:cNvSpPr txBox="1">
            <a:spLocks noGrp="1"/>
          </p:cNvSpPr>
          <p:nvPr>
            <p:ph type="title"/>
          </p:nvPr>
        </p:nvSpPr>
        <p:spPr>
          <a:xfrm>
            <a:off x="198000" y="198000"/>
            <a:ext cx="8748000" cy="1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59" name="Google Shape;359;p44"/>
          <p:cNvSpPr txBox="1">
            <a:spLocks noGrp="1"/>
          </p:cNvSpPr>
          <p:nvPr>
            <p:ph type="title" idx="2"/>
          </p:nvPr>
        </p:nvSpPr>
        <p:spPr>
          <a:xfrm>
            <a:off x="198000" y="2105175"/>
            <a:ext cx="8748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pic>
        <p:nvPicPr>
          <p:cNvPr id="360" name="Google Shape;360;p44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4" title="Fichier 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0987" y="3322434"/>
            <a:ext cx="4778949" cy="2341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B - Transition &amp; Image / Data &amp; IA">
  <p:cSld name="CUSTOM_3">
    <p:bg>
      <p:bgPr>
        <a:solidFill>
          <a:schemeClr val="accent3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5"/>
          <p:cNvSpPr>
            <a:spLocks noGrp="1"/>
          </p:cNvSpPr>
          <p:nvPr>
            <p:ph type="pic" idx="2"/>
          </p:nvPr>
        </p:nvSpPr>
        <p:spPr>
          <a:xfrm>
            <a:off x="5218500" y="0"/>
            <a:ext cx="39255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64" name="Google Shape;364;p45"/>
          <p:cNvSpPr txBox="1">
            <a:spLocks noGrp="1"/>
          </p:cNvSpPr>
          <p:nvPr>
            <p:ph type="title"/>
          </p:nvPr>
        </p:nvSpPr>
        <p:spPr>
          <a:xfrm>
            <a:off x="198000" y="198000"/>
            <a:ext cx="4473000" cy="1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65" name="Google Shape;365;p45"/>
          <p:cNvSpPr txBox="1">
            <a:spLocks noGrp="1"/>
          </p:cNvSpPr>
          <p:nvPr>
            <p:ph type="title" idx="3"/>
          </p:nvPr>
        </p:nvSpPr>
        <p:spPr>
          <a:xfrm>
            <a:off x="198000" y="2105175"/>
            <a:ext cx="4473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pic>
        <p:nvPicPr>
          <p:cNvPr id="366" name="Google Shape;366;p45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5" title="Fichier 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62115" y="3219518"/>
            <a:ext cx="4625650" cy="2273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C - Transition &amp; Texte / Data &amp; IA">
  <p:cSld name="CUSTOM_3_1">
    <p:bg>
      <p:bgPr>
        <a:solidFill>
          <a:schemeClr val="lt1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6"/>
          <p:cNvSpPr/>
          <p:nvPr/>
        </p:nvSpPr>
        <p:spPr>
          <a:xfrm>
            <a:off x="-57225" y="-86025"/>
            <a:ext cx="5275800" cy="5315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46"/>
          <p:cNvSpPr txBox="1">
            <a:spLocks noGrp="1"/>
          </p:cNvSpPr>
          <p:nvPr>
            <p:ph type="title"/>
          </p:nvPr>
        </p:nvSpPr>
        <p:spPr>
          <a:xfrm>
            <a:off x="198000" y="198000"/>
            <a:ext cx="4473000" cy="1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71" name="Google Shape;371;p46"/>
          <p:cNvSpPr txBox="1">
            <a:spLocks noGrp="1"/>
          </p:cNvSpPr>
          <p:nvPr>
            <p:ph type="title" idx="2"/>
          </p:nvPr>
        </p:nvSpPr>
        <p:spPr>
          <a:xfrm>
            <a:off x="198000" y="2105175"/>
            <a:ext cx="4473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72" name="Google Shape;372;p46"/>
          <p:cNvSpPr txBox="1">
            <a:spLocks noGrp="1"/>
          </p:cNvSpPr>
          <p:nvPr>
            <p:ph type="title" idx="3"/>
          </p:nvPr>
        </p:nvSpPr>
        <p:spPr>
          <a:xfrm>
            <a:off x="5416500" y="198100"/>
            <a:ext cx="3529500" cy="4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1200"/>
              <a:buFont typeface="Inter Medium"/>
              <a:buChar char="●"/>
              <a:defRPr sz="1200">
                <a:solidFill>
                  <a:srgbClr val="1A1A33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pic>
        <p:nvPicPr>
          <p:cNvPr id="373" name="Google Shape;373;p46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6" title="Fichier 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1702026" y="4617290"/>
            <a:ext cx="5951726" cy="294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D - Transition / Digital">
  <p:cSld name="CUSTOM_5">
    <p:bg>
      <p:bgPr>
        <a:solidFill>
          <a:schemeClr val="accent4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7"/>
          <p:cNvSpPr txBox="1">
            <a:spLocks noGrp="1"/>
          </p:cNvSpPr>
          <p:nvPr>
            <p:ph type="title"/>
          </p:nvPr>
        </p:nvSpPr>
        <p:spPr>
          <a:xfrm>
            <a:off x="198000" y="198000"/>
            <a:ext cx="8748000" cy="1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78" name="Google Shape;378;p47"/>
          <p:cNvSpPr txBox="1">
            <a:spLocks noGrp="1"/>
          </p:cNvSpPr>
          <p:nvPr>
            <p:ph type="title" idx="2"/>
          </p:nvPr>
        </p:nvSpPr>
        <p:spPr>
          <a:xfrm>
            <a:off x="198000" y="2105175"/>
            <a:ext cx="8748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Work Sans Medium"/>
              <a:buChar char="●"/>
              <a:defRPr sz="21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pic>
        <p:nvPicPr>
          <p:cNvPr id="379" name="Google Shape;379;p47" title="Fichier 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1000" y="3322429"/>
            <a:ext cx="4778949" cy="23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E - Transition &amp; Image / Digital">
  <p:cSld name="CUSTOM_3_2">
    <p:bg>
      <p:bgPr>
        <a:solidFill>
          <a:schemeClr val="accent4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8"/>
          <p:cNvSpPr>
            <a:spLocks noGrp="1"/>
          </p:cNvSpPr>
          <p:nvPr>
            <p:ph type="pic" idx="2"/>
          </p:nvPr>
        </p:nvSpPr>
        <p:spPr>
          <a:xfrm>
            <a:off x="5218500" y="0"/>
            <a:ext cx="39255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83" name="Google Shape;383;p48"/>
          <p:cNvSpPr txBox="1">
            <a:spLocks noGrp="1"/>
          </p:cNvSpPr>
          <p:nvPr>
            <p:ph type="title"/>
          </p:nvPr>
        </p:nvSpPr>
        <p:spPr>
          <a:xfrm>
            <a:off x="198000" y="198000"/>
            <a:ext cx="4473000" cy="1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84" name="Google Shape;384;p48"/>
          <p:cNvSpPr txBox="1">
            <a:spLocks noGrp="1"/>
          </p:cNvSpPr>
          <p:nvPr>
            <p:ph type="title" idx="3"/>
          </p:nvPr>
        </p:nvSpPr>
        <p:spPr>
          <a:xfrm>
            <a:off x="198000" y="2105175"/>
            <a:ext cx="4473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Work Sans Medium"/>
              <a:buChar char="●"/>
              <a:defRPr sz="21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pic>
        <p:nvPicPr>
          <p:cNvPr id="385" name="Google Shape;385;p48" title="Fichier 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62125" y="3223499"/>
            <a:ext cx="4625651" cy="2269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F - Transition &amp; Texte / Digital">
  <p:cSld name="CUSTOM_3_1_1">
    <p:bg>
      <p:bgPr>
        <a:solidFill>
          <a:schemeClr val="lt1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9"/>
          <p:cNvSpPr/>
          <p:nvPr/>
        </p:nvSpPr>
        <p:spPr>
          <a:xfrm>
            <a:off x="-64600" y="-56475"/>
            <a:ext cx="5283000" cy="525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8" name="Google Shape;388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9"/>
          <p:cNvSpPr txBox="1">
            <a:spLocks noGrp="1"/>
          </p:cNvSpPr>
          <p:nvPr>
            <p:ph type="title"/>
          </p:nvPr>
        </p:nvSpPr>
        <p:spPr>
          <a:xfrm>
            <a:off x="198000" y="198000"/>
            <a:ext cx="4473000" cy="1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90" name="Google Shape;390;p49"/>
          <p:cNvSpPr txBox="1">
            <a:spLocks noGrp="1"/>
          </p:cNvSpPr>
          <p:nvPr>
            <p:ph type="title" idx="2"/>
          </p:nvPr>
        </p:nvSpPr>
        <p:spPr>
          <a:xfrm>
            <a:off x="198000" y="2105175"/>
            <a:ext cx="4473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Work Sans Medium"/>
              <a:buChar char="●"/>
              <a:defRPr sz="21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91" name="Google Shape;391;p49"/>
          <p:cNvSpPr txBox="1">
            <a:spLocks noGrp="1"/>
          </p:cNvSpPr>
          <p:nvPr>
            <p:ph type="title" idx="3"/>
          </p:nvPr>
        </p:nvSpPr>
        <p:spPr>
          <a:xfrm>
            <a:off x="5416500" y="198100"/>
            <a:ext cx="3529500" cy="4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1200"/>
              <a:buFont typeface="Inter Medium"/>
              <a:buChar char="●"/>
              <a:defRPr sz="1200">
                <a:solidFill>
                  <a:srgbClr val="1A1A33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pic>
        <p:nvPicPr>
          <p:cNvPr id="392" name="Google Shape;392;p49" title="Fichier 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1715650" y="4618471"/>
            <a:ext cx="5970801" cy="29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G - Transition / Soft Dev">
  <p:cSld name="CUSTOM_5_1">
    <p:bg>
      <p:bgPr>
        <a:solidFill>
          <a:schemeClr val="accent2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0"/>
          <p:cNvSpPr txBox="1">
            <a:spLocks noGrp="1"/>
          </p:cNvSpPr>
          <p:nvPr>
            <p:ph type="title"/>
          </p:nvPr>
        </p:nvSpPr>
        <p:spPr>
          <a:xfrm>
            <a:off x="198000" y="198000"/>
            <a:ext cx="8748000" cy="1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395" name="Google Shape;395;p50"/>
          <p:cNvSpPr txBox="1">
            <a:spLocks noGrp="1"/>
          </p:cNvSpPr>
          <p:nvPr>
            <p:ph type="title" idx="2"/>
          </p:nvPr>
        </p:nvSpPr>
        <p:spPr>
          <a:xfrm>
            <a:off x="198000" y="2105175"/>
            <a:ext cx="8748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pic>
        <p:nvPicPr>
          <p:cNvPr id="396" name="Google Shape;396;p50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50" title="Fichier 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0987" y="3322434"/>
            <a:ext cx="4778949" cy="2341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H - Transition &amp; Image / Soft Dev">
  <p:cSld name="CUSTOM_3_2_1">
    <p:bg>
      <p:bgPr>
        <a:solidFill>
          <a:schemeClr val="accent2"/>
        </a:solid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1"/>
          <p:cNvSpPr>
            <a:spLocks noGrp="1"/>
          </p:cNvSpPr>
          <p:nvPr>
            <p:ph type="pic" idx="2"/>
          </p:nvPr>
        </p:nvSpPr>
        <p:spPr>
          <a:xfrm>
            <a:off x="5218500" y="0"/>
            <a:ext cx="39255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00" name="Google Shape;400;p51"/>
          <p:cNvSpPr txBox="1">
            <a:spLocks noGrp="1"/>
          </p:cNvSpPr>
          <p:nvPr>
            <p:ph type="title"/>
          </p:nvPr>
        </p:nvSpPr>
        <p:spPr>
          <a:xfrm>
            <a:off x="198000" y="198000"/>
            <a:ext cx="4473000" cy="1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401" name="Google Shape;401;p51"/>
          <p:cNvSpPr txBox="1">
            <a:spLocks noGrp="1"/>
          </p:cNvSpPr>
          <p:nvPr>
            <p:ph type="title" idx="3"/>
          </p:nvPr>
        </p:nvSpPr>
        <p:spPr>
          <a:xfrm>
            <a:off x="198000" y="2105175"/>
            <a:ext cx="4473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pic>
        <p:nvPicPr>
          <p:cNvPr id="402" name="Google Shape;402;p51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1" title="Fichier 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62115" y="3219518"/>
            <a:ext cx="4625650" cy="2273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I - Transition &amp; Texte / Soft Dev">
  <p:cSld name="CUSTOM_3_1_1_1">
    <p:bg>
      <p:bgPr>
        <a:solidFill>
          <a:schemeClr val="lt1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2"/>
          <p:cNvSpPr/>
          <p:nvPr/>
        </p:nvSpPr>
        <p:spPr>
          <a:xfrm>
            <a:off x="-57225" y="-63875"/>
            <a:ext cx="5275800" cy="5271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52"/>
          <p:cNvSpPr txBox="1">
            <a:spLocks noGrp="1"/>
          </p:cNvSpPr>
          <p:nvPr>
            <p:ph type="title"/>
          </p:nvPr>
        </p:nvSpPr>
        <p:spPr>
          <a:xfrm>
            <a:off x="198000" y="198000"/>
            <a:ext cx="4473000" cy="1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3600"/>
              <a:buFont typeface="Work Sans Medium"/>
              <a:buChar char="●"/>
              <a:defRPr sz="36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3600"/>
              <a:buFont typeface="Work Sans Medium"/>
              <a:buChar char="○"/>
              <a:defRPr sz="36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3600"/>
              <a:buFont typeface="Work Sans Medium"/>
              <a:buChar char="■"/>
              <a:defRPr sz="36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3600"/>
              <a:buFont typeface="Work Sans Medium"/>
              <a:buChar char="●"/>
              <a:defRPr sz="36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3600"/>
              <a:buFont typeface="Work Sans Medium"/>
              <a:buChar char="○"/>
              <a:defRPr sz="36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3600"/>
              <a:buFont typeface="Work Sans Medium"/>
              <a:buChar char="■"/>
              <a:defRPr sz="36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3600"/>
              <a:buFont typeface="Work Sans Medium"/>
              <a:buChar char="●"/>
              <a:defRPr sz="36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3600"/>
              <a:buFont typeface="Work Sans Medium"/>
              <a:buChar char="○"/>
              <a:defRPr sz="36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3600"/>
              <a:buFont typeface="Work Sans Medium"/>
              <a:buChar char="■"/>
              <a:defRPr sz="36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407" name="Google Shape;407;p52"/>
          <p:cNvSpPr txBox="1">
            <a:spLocks noGrp="1"/>
          </p:cNvSpPr>
          <p:nvPr>
            <p:ph type="title" idx="2"/>
          </p:nvPr>
        </p:nvSpPr>
        <p:spPr>
          <a:xfrm>
            <a:off x="198000" y="2105175"/>
            <a:ext cx="4473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2100"/>
              <a:buFont typeface="Work Sans Medium"/>
              <a:buChar char="●"/>
              <a:defRPr sz="21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2100"/>
              <a:buFont typeface="Work Sans Medium"/>
              <a:buChar char="○"/>
              <a:defRPr sz="21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2100"/>
              <a:buFont typeface="Work Sans Medium"/>
              <a:buChar char="■"/>
              <a:defRPr sz="21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2100"/>
              <a:buFont typeface="Work Sans Medium"/>
              <a:buChar char="●"/>
              <a:defRPr sz="21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2100"/>
              <a:buFont typeface="Work Sans Medium"/>
              <a:buChar char="○"/>
              <a:defRPr sz="21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2100"/>
              <a:buFont typeface="Work Sans Medium"/>
              <a:buChar char="■"/>
              <a:defRPr sz="21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2100"/>
              <a:buFont typeface="Work Sans Medium"/>
              <a:buChar char="●"/>
              <a:defRPr sz="21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2100"/>
              <a:buFont typeface="Work Sans Medium"/>
              <a:buChar char="○"/>
              <a:defRPr sz="21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2100"/>
              <a:buFont typeface="Work Sans Medium"/>
              <a:buChar char="■"/>
              <a:defRPr sz="21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408" name="Google Shape;408;p52"/>
          <p:cNvSpPr txBox="1">
            <a:spLocks noGrp="1"/>
          </p:cNvSpPr>
          <p:nvPr>
            <p:ph type="title" idx="3"/>
          </p:nvPr>
        </p:nvSpPr>
        <p:spPr>
          <a:xfrm>
            <a:off x="5416500" y="198100"/>
            <a:ext cx="3529500" cy="4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1200"/>
              <a:buFont typeface="Inter Medium"/>
              <a:buChar char="●"/>
              <a:defRPr sz="1200">
                <a:solidFill>
                  <a:srgbClr val="1A1A33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pic>
        <p:nvPicPr>
          <p:cNvPr id="409" name="Google Shape;409;p52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52" title="Fichier 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1702026" y="4617290"/>
            <a:ext cx="5951726" cy="294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J - Transition / Cybersecurity">
  <p:cSld name="CUSTOM_5_1_1">
    <p:bg>
      <p:bgPr>
        <a:solidFill>
          <a:schemeClr val="accent5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3"/>
          <p:cNvSpPr txBox="1">
            <a:spLocks noGrp="1"/>
          </p:cNvSpPr>
          <p:nvPr>
            <p:ph type="title"/>
          </p:nvPr>
        </p:nvSpPr>
        <p:spPr>
          <a:xfrm>
            <a:off x="198000" y="198000"/>
            <a:ext cx="8748000" cy="1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414" name="Google Shape;414;p53"/>
          <p:cNvSpPr txBox="1">
            <a:spLocks noGrp="1"/>
          </p:cNvSpPr>
          <p:nvPr>
            <p:ph type="title" idx="2"/>
          </p:nvPr>
        </p:nvSpPr>
        <p:spPr>
          <a:xfrm>
            <a:off x="198000" y="2105175"/>
            <a:ext cx="8748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Work Sans Medium"/>
              <a:buChar char="●"/>
              <a:defRPr sz="21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pic>
        <p:nvPicPr>
          <p:cNvPr id="415" name="Google Shape;415;p53" title="Fichier 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1000" y="3322429"/>
            <a:ext cx="4778949" cy="23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K - Transition &amp; Image / Cybersecurity">
  <p:cSld name="CUSTOM_3_2_1_1">
    <p:bg>
      <p:bgPr>
        <a:solidFill>
          <a:schemeClr val="accent5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54"/>
          <p:cNvSpPr>
            <a:spLocks noGrp="1"/>
          </p:cNvSpPr>
          <p:nvPr>
            <p:ph type="pic" idx="2"/>
          </p:nvPr>
        </p:nvSpPr>
        <p:spPr>
          <a:xfrm>
            <a:off x="5218500" y="0"/>
            <a:ext cx="39255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19" name="Google Shape;419;p54"/>
          <p:cNvSpPr txBox="1">
            <a:spLocks noGrp="1"/>
          </p:cNvSpPr>
          <p:nvPr>
            <p:ph type="title"/>
          </p:nvPr>
        </p:nvSpPr>
        <p:spPr>
          <a:xfrm>
            <a:off x="198000" y="198000"/>
            <a:ext cx="4473000" cy="1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420" name="Google Shape;420;p54"/>
          <p:cNvSpPr txBox="1">
            <a:spLocks noGrp="1"/>
          </p:cNvSpPr>
          <p:nvPr>
            <p:ph type="title" idx="3"/>
          </p:nvPr>
        </p:nvSpPr>
        <p:spPr>
          <a:xfrm>
            <a:off x="198000" y="2105175"/>
            <a:ext cx="4473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Work Sans Medium"/>
              <a:buChar char="●"/>
              <a:defRPr sz="21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pic>
        <p:nvPicPr>
          <p:cNvPr id="421" name="Google Shape;421;p54" title="Fichier 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62125" y="3223499"/>
            <a:ext cx="4625651" cy="2269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L - Transition &amp; Texte / Cybersecurity">
  <p:cSld name="CUSTOM_3_1_1_1_1">
    <p:bg>
      <p:bgPr>
        <a:solidFill>
          <a:schemeClr val="lt1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5"/>
          <p:cNvSpPr/>
          <p:nvPr/>
        </p:nvSpPr>
        <p:spPr>
          <a:xfrm>
            <a:off x="-88300" y="-102500"/>
            <a:ext cx="5306700" cy="5348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4" name="Google Shape;424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5"/>
          <p:cNvSpPr txBox="1">
            <a:spLocks noGrp="1"/>
          </p:cNvSpPr>
          <p:nvPr>
            <p:ph type="title"/>
          </p:nvPr>
        </p:nvSpPr>
        <p:spPr>
          <a:xfrm>
            <a:off x="198000" y="198000"/>
            <a:ext cx="4473000" cy="1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426" name="Google Shape;426;p55"/>
          <p:cNvSpPr txBox="1">
            <a:spLocks noGrp="1"/>
          </p:cNvSpPr>
          <p:nvPr>
            <p:ph type="title" idx="2"/>
          </p:nvPr>
        </p:nvSpPr>
        <p:spPr>
          <a:xfrm>
            <a:off x="198000" y="2105175"/>
            <a:ext cx="4473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Work Sans Medium"/>
              <a:buChar char="●"/>
              <a:defRPr sz="21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427" name="Google Shape;427;p55"/>
          <p:cNvSpPr txBox="1">
            <a:spLocks noGrp="1"/>
          </p:cNvSpPr>
          <p:nvPr>
            <p:ph type="title" idx="3"/>
          </p:nvPr>
        </p:nvSpPr>
        <p:spPr>
          <a:xfrm>
            <a:off x="5416500" y="198100"/>
            <a:ext cx="3529500" cy="4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1200"/>
              <a:buFont typeface="Inter Medium"/>
              <a:buChar char="●"/>
              <a:defRPr sz="1200">
                <a:solidFill>
                  <a:srgbClr val="1A1A33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pic>
        <p:nvPicPr>
          <p:cNvPr id="428" name="Google Shape;428;p55" title="Fichier 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1715650" y="4618471"/>
            <a:ext cx="5970801" cy="29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C - Texte &amp; Image Fond Clair 3">
  <p:cSld name="CUSTOM_4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56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6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432" name="Google Shape;432;p56"/>
          <p:cNvSpPr txBox="1">
            <a:spLocks noGrp="1"/>
          </p:cNvSpPr>
          <p:nvPr>
            <p:ph type="subTitle" idx="1"/>
          </p:nvPr>
        </p:nvSpPr>
        <p:spPr>
          <a:xfrm>
            <a:off x="198000" y="198000"/>
            <a:ext cx="8748000" cy="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33" name="Google Shape;433;p56" title="Laptop Mockup.png"/>
          <p:cNvPicPr preferRelativeResize="0"/>
          <p:nvPr/>
        </p:nvPicPr>
        <p:blipFill rotWithShape="1">
          <a:blip r:embed="rId3">
            <a:alphaModFix/>
          </a:blip>
          <a:srcRect b="8139"/>
          <a:stretch/>
        </p:blipFill>
        <p:spPr>
          <a:xfrm>
            <a:off x="1208600" y="928126"/>
            <a:ext cx="6726799" cy="421537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6"/>
          <p:cNvSpPr/>
          <p:nvPr/>
        </p:nvSpPr>
        <p:spPr>
          <a:xfrm>
            <a:off x="1830500" y="1111250"/>
            <a:ext cx="5412300" cy="3521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56"/>
          <p:cNvSpPr>
            <a:spLocks noGrp="1"/>
          </p:cNvSpPr>
          <p:nvPr>
            <p:ph type="pic" idx="2"/>
          </p:nvPr>
        </p:nvSpPr>
        <p:spPr>
          <a:xfrm>
            <a:off x="1821475" y="1101825"/>
            <a:ext cx="5404500" cy="3531000"/>
          </a:xfrm>
          <a:prstGeom prst="roundRect">
            <a:avLst>
              <a:gd name="adj" fmla="val 1781"/>
            </a:avLst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C - Fin">
  <p:cSld name="CUSTOM_6">
    <p:bg>
      <p:bgPr>
        <a:solidFill>
          <a:schemeClr val="dk2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4928766" y="481824"/>
            <a:ext cx="9144026" cy="4524833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7"/>
          <p:cNvSpPr txBox="1"/>
          <p:nvPr/>
        </p:nvSpPr>
        <p:spPr>
          <a:xfrm>
            <a:off x="1802950" y="4747508"/>
            <a:ext cx="2021400" cy="1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FFFFF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YOUR FUTURE, </a:t>
            </a:r>
            <a:r>
              <a:rPr lang="fr" sz="9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DECODED.</a:t>
            </a:r>
            <a:endParaRPr sz="900" b="1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439" name="Google Shape;43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85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A - Sommaire uni">
  <p:cSld name="CUSTOM_6_1">
    <p:bg>
      <p:bgPr>
        <a:solidFill>
          <a:schemeClr val="accent1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8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442" name="Google Shape;442;p58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58"/>
          <p:cNvSpPr txBox="1">
            <a:spLocks noGrp="1"/>
          </p:cNvSpPr>
          <p:nvPr>
            <p:ph type="title"/>
          </p:nvPr>
        </p:nvSpPr>
        <p:spPr>
          <a:xfrm>
            <a:off x="198000" y="198100"/>
            <a:ext cx="2038500" cy="3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444" name="Google Shape;444;p58"/>
          <p:cNvSpPr txBox="1">
            <a:spLocks noGrp="1"/>
          </p:cNvSpPr>
          <p:nvPr>
            <p:ph type="title" idx="2"/>
          </p:nvPr>
        </p:nvSpPr>
        <p:spPr>
          <a:xfrm>
            <a:off x="2434500" y="198100"/>
            <a:ext cx="547500" cy="4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●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○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■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●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○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■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●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○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■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445" name="Google Shape;445;p58"/>
          <p:cNvSpPr txBox="1">
            <a:spLocks noGrp="1"/>
          </p:cNvSpPr>
          <p:nvPr>
            <p:ph type="title" idx="3"/>
          </p:nvPr>
        </p:nvSpPr>
        <p:spPr>
          <a:xfrm>
            <a:off x="3180000" y="198100"/>
            <a:ext cx="4275000" cy="4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1200"/>
              <a:buFont typeface="Inter Medium"/>
              <a:buChar char="●"/>
              <a:defRPr sz="1200">
                <a:solidFill>
                  <a:srgbClr val="1A1A33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pic>
        <p:nvPicPr>
          <p:cNvPr id="446" name="Google Shape;446;p58" title="Fichier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9501" y="2571740"/>
            <a:ext cx="4892924" cy="240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3">
  <p:cSld name="TITLE_AND_BODY_13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9" name="Google Shape;449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0" name="Google Shape;450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A - Sommaire uni 1">
  <p:cSld name="CUSTOM_6_1_1">
    <p:bg>
      <p:bgPr>
        <a:solidFill>
          <a:schemeClr val="accent1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0"/>
          <p:cNvSpPr txBox="1">
            <a:spLocks noGrp="1"/>
          </p:cNvSpPr>
          <p:nvPr>
            <p:ph type="sldNum" idx="12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453" name="Google Shape;453;p60"/>
          <p:cNvPicPr preferRelativeResize="0"/>
          <p:nvPr/>
        </p:nvPicPr>
        <p:blipFill rotWithShape="1">
          <a:blip r:embed="rId2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60"/>
          <p:cNvSpPr txBox="1">
            <a:spLocks noGrp="1"/>
          </p:cNvSpPr>
          <p:nvPr>
            <p:ph type="title"/>
          </p:nvPr>
        </p:nvSpPr>
        <p:spPr>
          <a:xfrm>
            <a:off x="198000" y="198100"/>
            <a:ext cx="2038500" cy="3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 b="0" i="0" u="none" strike="noStrike" cap="none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 b="0" i="0" u="none" strike="noStrike" cap="none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 b="0" i="0" u="none" strike="noStrike" cap="none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 b="0" i="0" u="none" strike="noStrike" cap="none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 b="0" i="0" u="none" strike="noStrike" cap="none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 b="0" i="0" u="none" strike="noStrike" cap="none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 b="0" i="0" u="none" strike="noStrike" cap="none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 b="0" i="0" u="none" strike="noStrike" cap="none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 b="0" i="0" u="none" strike="noStrike" cap="none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455" name="Google Shape;455;p60"/>
          <p:cNvSpPr txBox="1">
            <a:spLocks noGrp="1"/>
          </p:cNvSpPr>
          <p:nvPr>
            <p:ph type="title" idx="2"/>
          </p:nvPr>
        </p:nvSpPr>
        <p:spPr>
          <a:xfrm>
            <a:off x="2434500" y="198100"/>
            <a:ext cx="547500" cy="4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456" name="Google Shape;456;p60"/>
          <p:cNvSpPr txBox="1">
            <a:spLocks noGrp="1"/>
          </p:cNvSpPr>
          <p:nvPr>
            <p:ph type="title" idx="3"/>
          </p:nvPr>
        </p:nvSpPr>
        <p:spPr>
          <a:xfrm>
            <a:off x="3180000" y="198100"/>
            <a:ext cx="4275000" cy="4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rgbClr val="1A1A33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pic>
        <p:nvPicPr>
          <p:cNvPr id="457" name="Google Shape;457;p60" title="Fichier 1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09501" y="2571740"/>
            <a:ext cx="4892924" cy="240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B - Transition avec forme 1">
  <p:cSld name="CUSTOM_1_1_1">
    <p:bg>
      <p:bgPr>
        <a:solidFill>
          <a:schemeClr val="dk2"/>
        </a:solid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470" name="Google Shape;47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161999" y="2571751"/>
            <a:ext cx="5989426" cy="2963799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3"/>
          <p:cNvSpPr txBox="1">
            <a:spLocks noGrp="1"/>
          </p:cNvSpPr>
          <p:nvPr>
            <p:ph type="title"/>
          </p:nvPr>
        </p:nvSpPr>
        <p:spPr>
          <a:xfrm>
            <a:off x="198000" y="198000"/>
            <a:ext cx="8748000" cy="4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Work Sans Medium"/>
              <a:buChar char="●"/>
              <a:defRPr sz="36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pic>
        <p:nvPicPr>
          <p:cNvPr id="472" name="Google Shape;47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aragraphes - TITRE en rappel">
  <p:cSld name="TITLE_AND_TWO_COLUMNS_1_5">
    <p:bg>
      <p:bgPr>
        <a:solidFill>
          <a:srgbClr val="E8E3D4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4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buNone/>
              <a:defRPr/>
            </a:lvl1pPr>
            <a:lvl2pPr lvl="1" algn="l">
              <a:buNone/>
              <a:defRPr/>
            </a:lvl2pPr>
            <a:lvl3pPr lvl="2" algn="l">
              <a:buNone/>
              <a:defRPr/>
            </a:lvl3pPr>
            <a:lvl4pPr lvl="3" algn="l">
              <a:buNone/>
              <a:defRPr/>
            </a:lvl4pPr>
            <a:lvl5pPr lvl="4" algn="l">
              <a:buNone/>
              <a:defRPr/>
            </a:lvl5pPr>
            <a:lvl6pPr lvl="5" algn="l">
              <a:buNone/>
              <a:defRPr/>
            </a:lvl6pPr>
            <a:lvl7pPr lvl="6" algn="l">
              <a:buNone/>
              <a:defRPr/>
            </a:lvl7pPr>
            <a:lvl8pPr lvl="7" algn="l">
              <a:buNone/>
              <a:defRPr/>
            </a:lvl8pPr>
            <a:lvl9pPr lvl="8" algn="l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475" name="Google Shape;475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64"/>
          <p:cNvSpPr txBox="1">
            <a:spLocks noGrp="1"/>
          </p:cNvSpPr>
          <p:nvPr>
            <p:ph type="title"/>
          </p:nvPr>
        </p:nvSpPr>
        <p:spPr>
          <a:xfrm>
            <a:off x="-87550" y="238562"/>
            <a:ext cx="2847600" cy="3693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9pPr>
          </a:lstStyle>
          <a:p>
            <a:endParaRPr/>
          </a:p>
        </p:txBody>
      </p:sp>
      <p:sp>
        <p:nvSpPr>
          <p:cNvPr id="477" name="Google Shape;477;p64"/>
          <p:cNvSpPr txBox="1">
            <a:spLocks noGrp="1"/>
          </p:cNvSpPr>
          <p:nvPr>
            <p:ph type="subTitle" idx="1"/>
          </p:nvPr>
        </p:nvSpPr>
        <p:spPr>
          <a:xfrm>
            <a:off x="1022550" y="8520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78" name="Google Shape;478;p64"/>
          <p:cNvSpPr txBox="1">
            <a:spLocks noGrp="1"/>
          </p:cNvSpPr>
          <p:nvPr>
            <p:ph type="body" idx="2"/>
          </p:nvPr>
        </p:nvSpPr>
        <p:spPr>
          <a:xfrm>
            <a:off x="1037400" y="1415425"/>
            <a:ext cx="707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479" name="Google Shape;479;p64"/>
          <p:cNvSpPr txBox="1">
            <a:spLocks noGrp="1"/>
          </p:cNvSpPr>
          <p:nvPr>
            <p:ph type="body" idx="3"/>
          </p:nvPr>
        </p:nvSpPr>
        <p:spPr>
          <a:xfrm>
            <a:off x="1045350" y="3488624"/>
            <a:ext cx="7076100" cy="14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480" name="Google Shape;480;p64"/>
          <p:cNvSpPr txBox="1">
            <a:spLocks noGrp="1"/>
          </p:cNvSpPr>
          <p:nvPr>
            <p:ph type="subTitle" idx="4"/>
          </p:nvPr>
        </p:nvSpPr>
        <p:spPr>
          <a:xfrm>
            <a:off x="1029975" y="2925230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e - TITRE en rappel">
  <p:cSld name="TITLE_AND_TWO_COLUMNS_5">
    <p:bg>
      <p:bgPr>
        <a:solidFill>
          <a:srgbClr val="E8E3D4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5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buNone/>
              <a:defRPr/>
            </a:lvl1pPr>
            <a:lvl2pPr lvl="1" algn="l">
              <a:buNone/>
              <a:defRPr/>
            </a:lvl2pPr>
            <a:lvl3pPr lvl="2" algn="l">
              <a:buNone/>
              <a:defRPr/>
            </a:lvl3pPr>
            <a:lvl4pPr lvl="3" algn="l">
              <a:buNone/>
              <a:defRPr/>
            </a:lvl4pPr>
            <a:lvl5pPr lvl="4" algn="l">
              <a:buNone/>
              <a:defRPr/>
            </a:lvl5pPr>
            <a:lvl6pPr lvl="5" algn="l">
              <a:buNone/>
              <a:defRPr/>
            </a:lvl6pPr>
            <a:lvl7pPr lvl="6" algn="l">
              <a:buNone/>
              <a:defRPr/>
            </a:lvl7pPr>
            <a:lvl8pPr lvl="7" algn="l">
              <a:buNone/>
              <a:defRPr/>
            </a:lvl8pPr>
            <a:lvl9pPr lvl="8" algn="l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483" name="Google Shape;483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65"/>
          <p:cNvSpPr txBox="1">
            <a:spLocks noGrp="1"/>
          </p:cNvSpPr>
          <p:nvPr>
            <p:ph type="title"/>
          </p:nvPr>
        </p:nvSpPr>
        <p:spPr>
          <a:xfrm>
            <a:off x="-87550" y="238562"/>
            <a:ext cx="2847600" cy="3693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9pPr>
          </a:lstStyle>
          <a:p>
            <a:endParaRPr/>
          </a:p>
        </p:txBody>
      </p:sp>
      <p:sp>
        <p:nvSpPr>
          <p:cNvPr id="485" name="Google Shape;485;p65"/>
          <p:cNvSpPr txBox="1">
            <a:spLocks noGrp="1"/>
          </p:cNvSpPr>
          <p:nvPr>
            <p:ph type="subTitle" idx="1"/>
          </p:nvPr>
        </p:nvSpPr>
        <p:spPr>
          <a:xfrm>
            <a:off x="1022550" y="8520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6" name="Google Shape;486;p65"/>
          <p:cNvSpPr txBox="1">
            <a:spLocks noGrp="1"/>
          </p:cNvSpPr>
          <p:nvPr>
            <p:ph type="body" idx="2"/>
          </p:nvPr>
        </p:nvSpPr>
        <p:spPr>
          <a:xfrm>
            <a:off x="1037400" y="1415425"/>
            <a:ext cx="707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487" name="Google Shape;487;p65"/>
          <p:cNvSpPr txBox="1">
            <a:spLocks noGrp="1"/>
          </p:cNvSpPr>
          <p:nvPr>
            <p:ph type="body" idx="3"/>
          </p:nvPr>
        </p:nvSpPr>
        <p:spPr>
          <a:xfrm>
            <a:off x="1045350" y="3488624"/>
            <a:ext cx="7076100" cy="14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488" name="Google Shape;488;p65"/>
          <p:cNvSpPr txBox="1">
            <a:spLocks noGrp="1"/>
          </p:cNvSpPr>
          <p:nvPr>
            <p:ph type="subTitle" idx="4"/>
          </p:nvPr>
        </p:nvSpPr>
        <p:spPr>
          <a:xfrm>
            <a:off x="1029975" y="2925230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2">
  <p:cSld name="SECTION_HEADER_2"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>
            <a:endParaRPr/>
          </a:p>
        </p:txBody>
      </p:sp>
      <p:sp>
        <p:nvSpPr>
          <p:cNvPr id="491" name="Google Shape;491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9" r:id="rId60"/>
    <p:sldLayoutId id="2147483710" r:id="rId61"/>
    <p:sldLayoutId id="2147483711" r:id="rId62"/>
    <p:sldLayoutId id="2147483712" r:id="rId6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25">
          <p15:clr>
            <a:srgbClr val="E46962"/>
          </p15:clr>
        </p15:guide>
        <p15:guide id="2" pos="470">
          <p15:clr>
            <a:srgbClr val="E46962"/>
          </p15:clr>
        </p15:guide>
        <p15:guide id="3" pos="594">
          <p15:clr>
            <a:srgbClr val="E46962"/>
          </p15:clr>
        </p15:guide>
        <p15:guide id="4" pos="939">
          <p15:clr>
            <a:srgbClr val="E46962"/>
          </p15:clr>
        </p15:guide>
        <p15:guide id="5" pos="1064">
          <p15:clr>
            <a:srgbClr val="E46962"/>
          </p15:clr>
        </p15:guide>
        <p15:guide id="6" pos="1409">
          <p15:clr>
            <a:srgbClr val="E46962"/>
          </p15:clr>
        </p15:guide>
        <p15:guide id="7" pos="1534">
          <p15:clr>
            <a:srgbClr val="E46962"/>
          </p15:clr>
        </p15:guide>
        <p15:guide id="8" pos="1878">
          <p15:clr>
            <a:srgbClr val="E46962"/>
          </p15:clr>
        </p15:guide>
        <p15:guide id="9" pos="2003">
          <p15:clr>
            <a:srgbClr val="E46962"/>
          </p15:clr>
        </p15:guide>
        <p15:guide id="10" pos="2348">
          <p15:clr>
            <a:srgbClr val="E46962"/>
          </p15:clr>
        </p15:guide>
        <p15:guide id="11" pos="2473">
          <p15:clr>
            <a:srgbClr val="E46962"/>
          </p15:clr>
        </p15:guide>
        <p15:guide id="12" pos="2818">
          <p15:clr>
            <a:srgbClr val="E46962"/>
          </p15:clr>
        </p15:guide>
        <p15:guide id="13" pos="2942">
          <p15:clr>
            <a:srgbClr val="E46962"/>
          </p15:clr>
        </p15:guide>
        <p15:guide id="14" pos="3287">
          <p15:clr>
            <a:srgbClr val="E46962"/>
          </p15:clr>
        </p15:guide>
        <p15:guide id="15" pos="3412">
          <p15:clr>
            <a:srgbClr val="E46962"/>
          </p15:clr>
        </p15:guide>
        <p15:guide id="16" pos="3757">
          <p15:clr>
            <a:srgbClr val="E46962"/>
          </p15:clr>
        </p15:guide>
        <p15:guide id="17" pos="3882">
          <p15:clr>
            <a:srgbClr val="E46962"/>
          </p15:clr>
        </p15:guide>
        <p15:guide id="18" pos="4226">
          <p15:clr>
            <a:srgbClr val="E46962"/>
          </p15:clr>
        </p15:guide>
        <p15:guide id="19" pos="4351">
          <p15:clr>
            <a:srgbClr val="E46962"/>
          </p15:clr>
        </p15:guide>
        <p15:guide id="20" pos="4696">
          <p15:clr>
            <a:srgbClr val="E46962"/>
          </p15:clr>
        </p15:guide>
        <p15:guide id="21" pos="4821">
          <p15:clr>
            <a:srgbClr val="E46962"/>
          </p15:clr>
        </p15:guide>
        <p15:guide id="22" pos="5166">
          <p15:clr>
            <a:srgbClr val="E46962"/>
          </p15:clr>
        </p15:guide>
        <p15:guide id="23" pos="5290">
          <p15:clr>
            <a:srgbClr val="E46962"/>
          </p15:clr>
        </p15:guide>
        <p15:guide id="24" pos="5635">
          <p15:clr>
            <a:srgbClr val="E46962"/>
          </p15:clr>
        </p15:guide>
        <p15:guide id="25" orient="horz" pos="125">
          <p15:clr>
            <a:srgbClr val="E46962"/>
          </p15:clr>
        </p15:guide>
        <p15:guide id="26" orient="horz" pos="2991">
          <p15:clr>
            <a:srgbClr val="E46962"/>
          </p15:clr>
        </p15:guide>
        <p15:guide id="27" orient="horz" pos="1495">
          <p15:clr>
            <a:srgbClr val="E46962"/>
          </p15:clr>
        </p15:guide>
        <p15:guide id="28" orient="horz" pos="162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8.xml"/><Relationship Id="rId5" Type="http://schemas.openxmlformats.org/officeDocument/2006/relationships/image" Target="../media/image20.gif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7"/>
          <p:cNvSpPr txBox="1">
            <a:spLocks noGrp="1"/>
          </p:cNvSpPr>
          <p:nvPr>
            <p:ph type="title"/>
          </p:nvPr>
        </p:nvSpPr>
        <p:spPr>
          <a:xfrm>
            <a:off x="198000" y="787975"/>
            <a:ext cx="5766000" cy="16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fr" sz="3450" dirty="0"/>
              <a:t>Prédiction de la Gravité </a:t>
            </a:r>
            <a:r>
              <a:rPr lang="fr" sz="3450" b="1" dirty="0">
                <a:solidFill>
                  <a:schemeClr val="lt2"/>
                </a:solidFill>
                <a:latin typeface="Work Sans"/>
                <a:ea typeface="Work Sans"/>
                <a:cs typeface="Work Sans"/>
                <a:sym typeface="Work Sans"/>
              </a:rPr>
              <a:t>des Accidents Routiers</a:t>
            </a:r>
            <a:endParaRPr sz="3450" b="1" dirty="0">
              <a:solidFill>
                <a:schemeClr val="lt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97" name="Google Shape;497;p67"/>
          <p:cNvSpPr txBox="1">
            <a:spLocks noGrp="1"/>
          </p:cNvSpPr>
          <p:nvPr>
            <p:ph type="title" idx="2"/>
          </p:nvPr>
        </p:nvSpPr>
        <p:spPr>
          <a:xfrm>
            <a:off x="198000" y="1921787"/>
            <a:ext cx="5766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fr" sz="1600" b="1" dirty="0">
                <a:solidFill>
                  <a:srgbClr val="FF6745"/>
                </a:solidFill>
                <a:latin typeface="Work Sans"/>
                <a:ea typeface="Work Sans"/>
                <a:cs typeface="Work Sans"/>
                <a:sym typeface="Work Sans"/>
              </a:rPr>
              <a:t>Projet MLOps – Pipeline de bout en bout</a:t>
            </a:r>
            <a:r>
              <a:rPr lang="fr" sz="2800" dirty="0"/>
              <a:t> </a:t>
            </a:r>
            <a:endParaRPr sz="2800" dirty="0">
              <a:solidFill>
                <a:schemeClr val="lt2"/>
              </a:solidFill>
            </a:endParaRPr>
          </a:p>
        </p:txBody>
      </p:sp>
      <p:sp>
        <p:nvSpPr>
          <p:cNvPr id="2" name="Google Shape;152;p1">
            <a:extLst>
              <a:ext uri="{FF2B5EF4-FFF2-40B4-BE49-F238E27FC236}">
                <a16:creationId xmlns:a16="http://schemas.microsoft.com/office/drawing/2014/main" id="{DD27700B-67C0-89FC-E30E-C30A440D00CE}"/>
              </a:ext>
            </a:extLst>
          </p:cNvPr>
          <p:cNvSpPr txBox="1"/>
          <p:nvPr/>
        </p:nvSpPr>
        <p:spPr>
          <a:xfrm>
            <a:off x="6603331" y="1062522"/>
            <a:ext cx="2253703" cy="18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800"/>
            </a:pPr>
            <a:r>
              <a:rPr lang="en-US" sz="1800" b="1" dirty="0">
                <a:solidFill>
                  <a:srgbClr val="FF6745"/>
                </a:solidFill>
                <a:latin typeface="Work Sans"/>
                <a:sym typeface="Calibri"/>
              </a:rPr>
              <a:t>Equipe Projet: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lt1"/>
                </a:solidFill>
                <a:latin typeface="Work Sans Medium"/>
                <a:sym typeface="Calibri"/>
              </a:rPr>
              <a:t>Abdessamad Anzagh</a:t>
            </a:r>
            <a:endParaRPr sz="1100" dirty="0">
              <a:solidFill>
                <a:schemeClr val="lt1"/>
              </a:solidFill>
              <a:latin typeface="Work Sans Medium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lt1"/>
                </a:solidFill>
                <a:latin typeface="Work Sans Medium"/>
                <a:sym typeface="Calibri"/>
              </a:rPr>
              <a:t>Florent Fayolle</a:t>
            </a:r>
            <a:endParaRPr sz="1100" dirty="0">
              <a:solidFill>
                <a:schemeClr val="lt1"/>
              </a:solidFill>
              <a:latin typeface="Work Sans Medium"/>
              <a:sym typeface="Work Sans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lt1"/>
                </a:solidFill>
                <a:latin typeface="Work Sans Medium"/>
                <a:sym typeface="Calibri"/>
              </a:rPr>
              <a:t>Julien Mba Ndong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lt1"/>
                </a:solidFill>
                <a:latin typeface="Work Sans Medium"/>
                <a:sym typeface="Calibri"/>
              </a:rPr>
              <a:t>Nicola Palumbo</a:t>
            </a:r>
            <a:endParaRPr sz="1100" dirty="0">
              <a:solidFill>
                <a:schemeClr val="lt1"/>
              </a:solidFill>
              <a:latin typeface="Work Sans Medium"/>
              <a:sym typeface="Work Sans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100" dirty="0">
              <a:solidFill>
                <a:schemeClr val="lt1"/>
              </a:solidFill>
              <a:latin typeface="Work Sans Medium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100" dirty="0">
              <a:solidFill>
                <a:schemeClr val="lt1"/>
              </a:solidFill>
              <a:latin typeface="Work Sans Medium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100" u="sng" dirty="0">
                <a:solidFill>
                  <a:schemeClr val="lt1"/>
                </a:solidFill>
                <a:latin typeface="Work Sans Medium"/>
                <a:sym typeface="Calibri"/>
              </a:rPr>
              <a:t>Mentor : Maria</a:t>
            </a:r>
            <a:endParaRPr sz="1100" u="sng" dirty="0">
              <a:solidFill>
                <a:schemeClr val="lt1"/>
              </a:solidFill>
              <a:latin typeface="Work Sans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F1F4B61-4CF8-E551-6A05-F4E907210857}"/>
              </a:ext>
            </a:extLst>
          </p:cNvPr>
          <p:cNvSpPr txBox="1"/>
          <p:nvPr/>
        </p:nvSpPr>
        <p:spPr>
          <a:xfrm>
            <a:off x="66877" y="3158705"/>
            <a:ext cx="671938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lang="fr-FR" sz="1800" b="1" dirty="0">
                <a:solidFill>
                  <a:srgbClr val="FF6745"/>
                </a:solidFill>
                <a:latin typeface="Work Sans"/>
                <a:sym typeface="Calibri"/>
              </a:rPr>
              <a:t>Source des données</a:t>
            </a:r>
            <a:br>
              <a:rPr lang="fr-FR" sz="1800" b="1" i="0" u="none" strike="noStrike" cap="none" dirty="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1100" dirty="0">
                <a:solidFill>
                  <a:schemeClr val="lt1"/>
                </a:solidFill>
                <a:latin typeface="Work Sans Medium"/>
                <a:sym typeface="Calibri"/>
              </a:rPr>
              <a:t>Ministère de l'Intérieur – data.gouv.fr</a:t>
            </a:r>
            <a:br>
              <a:rPr lang="fr-FR" sz="1100" dirty="0">
                <a:solidFill>
                  <a:schemeClr val="lt1"/>
                </a:solidFill>
                <a:latin typeface="Work Sans Medium"/>
                <a:sym typeface="Calibri"/>
              </a:rPr>
            </a:br>
            <a:r>
              <a:rPr lang="fr-FR" sz="1100" dirty="0">
                <a:solidFill>
                  <a:schemeClr val="lt1"/>
                </a:solidFill>
                <a:latin typeface="Work Sans Medium"/>
                <a:sym typeface="Calibri"/>
              </a:rPr>
              <a:t>Bases annuelles des accidents corporels de la circulation</a:t>
            </a:r>
            <a:br>
              <a:rPr lang="fr-FR" sz="1100" dirty="0">
                <a:solidFill>
                  <a:schemeClr val="lt1"/>
                </a:solidFill>
                <a:latin typeface="Work Sans Medium"/>
                <a:sym typeface="Calibri"/>
              </a:rPr>
            </a:br>
            <a:r>
              <a:rPr lang="fr-FR" sz="1100" dirty="0">
                <a:solidFill>
                  <a:schemeClr val="lt1"/>
                </a:solidFill>
                <a:latin typeface="Work Sans Medium"/>
                <a:sym typeface="Calibri"/>
              </a:rPr>
              <a:t>Années 2005 → 2024  ·  +1 million de cas référencés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9"/>
          <p:cNvSpPr txBox="1">
            <a:spLocks noGrp="1"/>
          </p:cNvSpPr>
          <p:nvPr>
            <p:ph type="title"/>
          </p:nvPr>
        </p:nvSpPr>
        <p:spPr>
          <a:xfrm>
            <a:off x="198000" y="198100"/>
            <a:ext cx="20385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fr" b="1">
                <a:latin typeface="Work Sans"/>
                <a:ea typeface="Work Sans"/>
                <a:cs typeface="Work Sans"/>
                <a:sym typeface="Work Sans"/>
              </a:rPr>
              <a:t>Sommaire</a:t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18" name="Google Shape;518;p69"/>
          <p:cNvSpPr txBox="1">
            <a:spLocks noGrp="1"/>
          </p:cNvSpPr>
          <p:nvPr>
            <p:ph type="title" idx="3"/>
          </p:nvPr>
        </p:nvSpPr>
        <p:spPr>
          <a:xfrm>
            <a:off x="2519464" y="847594"/>
            <a:ext cx="6267631" cy="359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6745"/>
              </a:buClr>
              <a:buSzPts val="1200"/>
              <a:buFont typeface="Inter Medium"/>
              <a:buNone/>
              <a:tabLst/>
              <a:defRPr/>
            </a:pPr>
            <a:r>
              <a:rPr kumimoji="0" lang="fr" sz="1200" b="0" i="0" u="none" strike="noStrike" kern="0" cap="none" spc="0" normalizeH="0" baseline="0" noProof="0" dirty="0">
                <a:ln>
                  <a:noFill/>
                </a:ln>
                <a:solidFill>
                  <a:srgbClr val="FF6745"/>
                </a:solidFill>
                <a:effectLst/>
                <a:uLnTx/>
                <a:uFillTx/>
                <a:latin typeface="Inter Medium"/>
                <a:ea typeface="Inter Medium"/>
                <a:sym typeface="Inter Medium"/>
              </a:rPr>
              <a:t>1- </a:t>
            </a:r>
            <a:r>
              <a:rPr lang="fr-FR" dirty="0">
                <a:solidFill>
                  <a:schemeClr val="dk2"/>
                </a:solidFill>
              </a:rPr>
              <a:t>Objectifs du projet</a:t>
            </a:r>
            <a:br>
              <a:rPr lang="fr-FR" dirty="0">
                <a:solidFill>
                  <a:schemeClr val="dk2"/>
                </a:solidFill>
              </a:rPr>
            </a:br>
            <a:r>
              <a:rPr lang="fr-FR" dirty="0">
                <a:solidFill>
                  <a:srgbClr val="FF6745"/>
                </a:solidFill>
              </a:rPr>
              <a:t>2-</a:t>
            </a:r>
            <a:r>
              <a:rPr lang="fr-FR" dirty="0">
                <a:solidFill>
                  <a:schemeClr val="dk2"/>
                </a:solidFill>
              </a:rPr>
              <a:t> Choix des KPIs et tri des variables</a:t>
            </a:r>
            <a:br>
              <a:rPr lang="fr-FR" dirty="0">
                <a:solidFill>
                  <a:schemeClr val="dk2"/>
                </a:solidFill>
              </a:rPr>
            </a:br>
            <a:r>
              <a:rPr lang="fr-FR" dirty="0">
                <a:solidFill>
                  <a:srgbClr val="FF6745"/>
                </a:solidFill>
              </a:rPr>
              <a:t>3- </a:t>
            </a:r>
            <a:r>
              <a:rPr lang="fr-FR" dirty="0">
                <a:solidFill>
                  <a:schemeClr val="dk2"/>
                </a:solidFill>
              </a:rPr>
              <a:t>Architecture de la solution </a:t>
            </a:r>
            <a:r>
              <a:rPr lang="fr-FR" dirty="0" err="1">
                <a:solidFill>
                  <a:schemeClr val="dk2"/>
                </a:solidFill>
              </a:rPr>
              <a:t>MLOPs</a:t>
            </a:r>
            <a:br>
              <a:rPr lang="fr-FR" dirty="0">
                <a:solidFill>
                  <a:schemeClr val="dk2"/>
                </a:solidFill>
              </a:rPr>
            </a:br>
            <a:r>
              <a:rPr lang="fr-FR" dirty="0">
                <a:solidFill>
                  <a:srgbClr val="FF6745"/>
                </a:solidFill>
              </a:rPr>
              <a:t>4- </a:t>
            </a:r>
            <a:r>
              <a:rPr lang="fr-FR" dirty="0">
                <a:solidFill>
                  <a:schemeClr val="dk2"/>
                </a:solidFill>
              </a:rPr>
              <a:t>Informations générales</a:t>
            </a:r>
            <a:br>
              <a:rPr lang="fr-FR" dirty="0">
                <a:solidFill>
                  <a:schemeClr val="dk2"/>
                </a:solidFill>
              </a:rPr>
            </a:br>
            <a:r>
              <a:rPr lang="fr-FR" dirty="0">
                <a:solidFill>
                  <a:srgbClr val="FF6745"/>
                </a:solidFill>
              </a:rPr>
              <a:t>5-</a:t>
            </a:r>
            <a:r>
              <a:rPr lang="fr-FR" dirty="0">
                <a:solidFill>
                  <a:schemeClr val="dk2"/>
                </a:solidFill>
              </a:rPr>
              <a:t> Architecture</a:t>
            </a:r>
            <a:br>
              <a:rPr lang="fr-FR" dirty="0">
                <a:solidFill>
                  <a:schemeClr val="dk2"/>
                </a:solidFill>
              </a:rPr>
            </a:br>
            <a:r>
              <a:rPr lang="fr-FR" dirty="0">
                <a:solidFill>
                  <a:srgbClr val="FF6745"/>
                </a:solidFill>
              </a:rPr>
              <a:t>6- </a:t>
            </a:r>
            <a:r>
              <a:rPr lang="fr-FR" dirty="0">
                <a:solidFill>
                  <a:schemeClr val="dk2"/>
                </a:solidFill>
              </a:rPr>
              <a:t>Principales difficultés rencontrées</a:t>
            </a:r>
            <a:br>
              <a:rPr lang="fr-FR" dirty="0">
                <a:solidFill>
                  <a:schemeClr val="dk2"/>
                </a:solidFill>
              </a:rPr>
            </a:br>
            <a:r>
              <a:rPr lang="fr-FR" dirty="0">
                <a:solidFill>
                  <a:srgbClr val="FF6745"/>
                </a:solidFill>
              </a:rPr>
              <a:t>7-</a:t>
            </a:r>
            <a:r>
              <a:rPr lang="fr-FR" dirty="0">
                <a:solidFill>
                  <a:schemeClr val="dk2"/>
                </a:solidFill>
              </a:rPr>
              <a:t> Résultats &amp; Perspectives</a:t>
            </a:r>
          </a:p>
        </p:txBody>
      </p:sp>
      <p:pic>
        <p:nvPicPr>
          <p:cNvPr id="519" name="Google Shape;519;p69" title="Fichier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1809737" y="1800787"/>
            <a:ext cx="3426500" cy="168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ous-titre 4">
            <a:extLst>
              <a:ext uri="{FF2B5EF4-FFF2-40B4-BE49-F238E27FC236}">
                <a16:creationId xmlns:a16="http://schemas.microsoft.com/office/drawing/2014/main" id="{180FE53E-86FF-35D5-CB4D-D1BC07CC46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Objectifs du projet</a:t>
            </a:r>
          </a:p>
        </p:txBody>
      </p:sp>
      <p:sp>
        <p:nvSpPr>
          <p:cNvPr id="8" name="Objectives Box">
            <a:extLst>
              <a:ext uri="{FF2B5EF4-FFF2-40B4-BE49-F238E27FC236}">
                <a16:creationId xmlns:a16="http://schemas.microsoft.com/office/drawing/2014/main" id="{0B74FCC3-3C40-9AE0-3721-B1B0B6441BF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98438" y="730250"/>
            <a:ext cx="4275137" cy="1882772"/>
          </a:xfrm>
          <a:prstGeom prst="roundRect">
            <a:avLst>
              <a:gd name="adj" fmla="val 5000"/>
            </a:avLst>
          </a:prstGeom>
          <a:solidFill>
            <a:srgbClr val="2A2A4A"/>
          </a:solidFill>
          <a:ln>
            <a:noFill/>
          </a:ln>
        </p:spPr>
        <p:txBody>
          <a:bodyPr wrap="square" lIns="180000" tIns="180000" rIns="180000" bIns="180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fr-FR" sz="1300" b="1" dirty="0">
                <a:solidFill>
                  <a:srgbClr val="FF6745"/>
                </a:solidFill>
                <a:latin typeface="Work Sans"/>
              </a:rPr>
              <a:t>Objectif du projet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endParaRPr lang="fr" sz="1300" b="1" dirty="0">
              <a:solidFill>
                <a:srgbClr val="FF6745"/>
              </a:solidFill>
              <a:latin typeface="Work Sans"/>
            </a:endParaRPr>
          </a:p>
          <a:p>
            <a:pPr marL="200000" indent="-200000" algn="l">
              <a:spcBef>
                <a:spcPts val="0"/>
              </a:spcBef>
              <a:spcAft>
                <a:spcPts val="80"/>
              </a:spcAft>
              <a:buClr>
                <a:schemeClr val="bg1"/>
              </a:buClr>
              <a:buChar char="✓"/>
            </a:pPr>
            <a:r>
              <a:rPr lang="fr-FR" sz="1050" dirty="0">
                <a:solidFill>
                  <a:srgbClr val="FFFFFF"/>
                </a:solidFill>
                <a:latin typeface="Work Sans"/>
              </a:rPr>
              <a:t>Mettre un modèle à disposition des policiers via une application qui prédit la gravité de l’accident avant l’intervention de ces derniers.</a:t>
            </a:r>
          </a:p>
          <a:p>
            <a:pPr marL="200000" indent="-200000" algn="l">
              <a:spcBef>
                <a:spcPts val="0"/>
              </a:spcBef>
              <a:spcAft>
                <a:spcPts val="80"/>
              </a:spcAft>
              <a:buClr>
                <a:schemeClr val="bg1"/>
              </a:buClr>
              <a:buChar char="✓"/>
            </a:pPr>
            <a:r>
              <a:rPr lang="fr-FR" sz="1050" dirty="0">
                <a:solidFill>
                  <a:srgbClr val="FFFFFF"/>
                </a:solidFill>
                <a:latin typeface="Work Sans"/>
              </a:rPr>
              <a:t>Il faut donc fournir un outil d'aide à la décision en temps réel pour les forces de l'ordre.</a:t>
            </a:r>
          </a:p>
        </p:txBody>
      </p:sp>
      <p:sp>
        <p:nvSpPr>
          <p:cNvPr id="9" name="Objectives Box">
            <a:extLst>
              <a:ext uri="{FF2B5EF4-FFF2-40B4-BE49-F238E27FC236}">
                <a16:creationId xmlns:a16="http://schemas.microsoft.com/office/drawing/2014/main" id="{5416BA10-D0F4-BF62-835D-E6A55DC1D379}"/>
              </a:ext>
            </a:extLst>
          </p:cNvPr>
          <p:cNvSpPr txBox="1">
            <a:spLocks/>
          </p:cNvSpPr>
          <p:nvPr/>
        </p:nvSpPr>
        <p:spPr>
          <a:xfrm>
            <a:off x="198438" y="2673072"/>
            <a:ext cx="4275137" cy="1837245"/>
          </a:xfrm>
          <a:prstGeom prst="roundRect">
            <a:avLst>
              <a:gd name="adj" fmla="val 5000"/>
            </a:avLst>
          </a:prstGeom>
          <a:solidFill>
            <a:srgbClr val="2A2A4A"/>
          </a:solidFill>
          <a:ln>
            <a:noFill/>
          </a:ln>
        </p:spPr>
        <p:txBody>
          <a:bodyPr spcFirstLastPara="1" wrap="square" lIns="180000" tIns="180000" rIns="180000" bIns="1800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●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○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■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●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○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■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●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○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■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>
              <a:spcAft>
                <a:spcPts val="200"/>
              </a:spcAft>
              <a:buFont typeface="Inter"/>
              <a:buNone/>
            </a:pPr>
            <a:r>
              <a:rPr lang="fr-FR" sz="1300" b="1" dirty="0">
                <a:solidFill>
                  <a:srgbClr val="FF6745"/>
                </a:solidFill>
                <a:latin typeface="Work Sans"/>
              </a:rPr>
              <a:t>Objectif Métier (policier sur le terrain) : </a:t>
            </a:r>
          </a:p>
          <a:p>
            <a:pPr marL="0" indent="0">
              <a:spcAft>
                <a:spcPts val="80"/>
              </a:spcAft>
              <a:buClr>
                <a:schemeClr val="bg1"/>
              </a:buClr>
              <a:buNone/>
            </a:pPr>
            <a:r>
              <a:rPr lang="fr-FR" sz="1050" b="1" dirty="0">
                <a:solidFill>
                  <a:srgbClr val="FFFFFF"/>
                </a:solidFill>
                <a:latin typeface="Work Sans"/>
              </a:rPr>
              <a:t>Anticiper le niveau de dangerosité d'un accident dès l'appel au central.</a:t>
            </a:r>
          </a:p>
          <a:p>
            <a:pPr marL="200000" indent="-200000">
              <a:spcAft>
                <a:spcPts val="80"/>
              </a:spcAft>
              <a:buClr>
                <a:schemeClr val="bg1"/>
              </a:buClr>
              <a:buFont typeface="Inter"/>
              <a:buChar char="✓"/>
            </a:pPr>
            <a:r>
              <a:rPr lang="fr-FR" sz="1050" dirty="0">
                <a:solidFill>
                  <a:srgbClr val="FFFFFF"/>
                </a:solidFill>
                <a:latin typeface="Work Sans"/>
              </a:rPr>
              <a:t>Pour adapter le nombre de patrouilles à envoyées</a:t>
            </a:r>
          </a:p>
          <a:p>
            <a:pPr marL="200000" indent="-200000">
              <a:spcAft>
                <a:spcPts val="80"/>
              </a:spcAft>
              <a:buClr>
                <a:schemeClr val="bg1"/>
              </a:buClr>
              <a:buFont typeface="Inter"/>
              <a:buChar char="✓"/>
            </a:pPr>
            <a:r>
              <a:rPr lang="fr-FR" sz="1050" dirty="0">
                <a:solidFill>
                  <a:srgbClr val="FFFFFF"/>
                </a:solidFill>
                <a:latin typeface="Work Sans"/>
              </a:rPr>
              <a:t>Pour prévenir les secours médicaux adaptés (SAMU vs VSAV)</a:t>
            </a:r>
          </a:p>
          <a:p>
            <a:pPr marL="200000" indent="-200000">
              <a:spcAft>
                <a:spcPts val="80"/>
              </a:spcAft>
              <a:buClr>
                <a:schemeClr val="bg1"/>
              </a:buClr>
              <a:buFont typeface="Inter"/>
              <a:buChar char="✓"/>
            </a:pPr>
            <a:r>
              <a:rPr lang="fr-FR" sz="1050" dirty="0">
                <a:solidFill>
                  <a:srgbClr val="FFFFFF"/>
                </a:solidFill>
                <a:latin typeface="Work Sans"/>
              </a:rPr>
              <a:t>Pour préparer le balisage de sécurité.</a:t>
            </a:r>
          </a:p>
        </p:txBody>
      </p:sp>
      <p:sp>
        <p:nvSpPr>
          <p:cNvPr id="10" name="Team Box">
            <a:extLst>
              <a:ext uri="{FF2B5EF4-FFF2-40B4-BE49-F238E27FC236}">
                <a16:creationId xmlns:a16="http://schemas.microsoft.com/office/drawing/2014/main" id="{CA8BD5C1-5813-A266-EB2F-9F3C6EA28144}"/>
              </a:ext>
            </a:extLst>
          </p:cNvPr>
          <p:cNvSpPr txBox="1"/>
          <p:nvPr/>
        </p:nvSpPr>
        <p:spPr>
          <a:xfrm>
            <a:off x="4805562" y="730250"/>
            <a:ext cx="4140000" cy="3823917"/>
          </a:xfrm>
          <a:prstGeom prst="roundRect">
            <a:avLst>
              <a:gd name="adj" fmla="val 5000"/>
            </a:avLst>
          </a:prstGeom>
          <a:solidFill>
            <a:srgbClr val="FF6745"/>
          </a:solidFill>
          <a:ln>
            <a:noFill/>
          </a:ln>
        </p:spPr>
        <p:txBody>
          <a:bodyPr wrap="square" lIns="180000" tIns="180000" rIns="180000" bIns="1800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fr-FR" sz="1300" b="1" dirty="0">
                <a:solidFill>
                  <a:schemeClr val="bg1"/>
                </a:solidFill>
                <a:latin typeface="Work Sans"/>
              </a:rPr>
              <a:t>Objectif Data Science : </a:t>
            </a:r>
          </a:p>
          <a:p>
            <a:pPr marL="200000" indent="-200000">
              <a:lnSpc>
                <a:spcPct val="115000"/>
              </a:lnSpc>
              <a:spcAft>
                <a:spcPts val="80"/>
              </a:spcAft>
              <a:buClr>
                <a:schemeClr val="bg1"/>
              </a:buClr>
              <a:buSzPts val="1200"/>
              <a:buFont typeface="Inter"/>
              <a:buChar char="✓"/>
            </a:pPr>
            <a:endParaRPr lang="fr-FR" sz="1300" b="1" dirty="0">
              <a:solidFill>
                <a:schemeClr val="bg1"/>
              </a:solidFill>
              <a:latin typeface="Work Sans"/>
              <a:ea typeface="Inter"/>
              <a:sym typeface="Inter"/>
            </a:endParaRPr>
          </a:p>
          <a:p>
            <a:pPr marL="200000" indent="-200000">
              <a:lnSpc>
                <a:spcPct val="115000"/>
              </a:lnSpc>
              <a:spcAft>
                <a:spcPts val="80"/>
              </a:spcAft>
              <a:buClr>
                <a:schemeClr val="bg1"/>
              </a:buClr>
              <a:buSzPts val="1200"/>
              <a:buFont typeface="Inter"/>
              <a:buChar char="✓"/>
            </a:pPr>
            <a:r>
              <a:rPr lang="fr-FR" sz="1050" dirty="0">
                <a:solidFill>
                  <a:srgbClr val="FFFFFF"/>
                </a:solidFill>
                <a:latin typeface="Work Sans"/>
                <a:ea typeface="Inter"/>
                <a:sym typeface="Inter"/>
              </a:rPr>
              <a:t>Développer un classifieur </a:t>
            </a:r>
            <a:r>
              <a:rPr lang="fr-FR" sz="1050" dirty="0" err="1">
                <a:solidFill>
                  <a:srgbClr val="FFFFFF"/>
                </a:solidFill>
                <a:latin typeface="Work Sans"/>
                <a:ea typeface="Inter"/>
                <a:sym typeface="Inter"/>
              </a:rPr>
              <a:t>multiclasse</a:t>
            </a:r>
            <a:r>
              <a:rPr lang="fr-FR" sz="1050" dirty="0">
                <a:solidFill>
                  <a:srgbClr val="FFFFFF"/>
                </a:solidFill>
                <a:latin typeface="Work Sans"/>
                <a:ea typeface="Inter"/>
                <a:sym typeface="Inter"/>
              </a:rPr>
              <a:t> capable d'estimer la gravité (Indemne, Léger, Grave, Fatal)</a:t>
            </a:r>
          </a:p>
          <a:p>
            <a:pPr>
              <a:lnSpc>
                <a:spcPct val="115000"/>
              </a:lnSpc>
              <a:spcAft>
                <a:spcPts val="80"/>
              </a:spcAft>
              <a:buClr>
                <a:schemeClr val="bg1"/>
              </a:buClr>
              <a:buSzPts val="1200"/>
            </a:pPr>
            <a:r>
              <a:rPr lang="fr-FR" sz="1050" dirty="0">
                <a:solidFill>
                  <a:srgbClr val="FFFFFF"/>
                </a:solidFill>
                <a:latin typeface="Work Sans"/>
                <a:ea typeface="Inter"/>
                <a:sym typeface="Wingdings" panose="05000000000000000000" pitchFamily="2" charset="2"/>
              </a:rPr>
              <a:t></a:t>
            </a:r>
            <a:r>
              <a:rPr lang="fr-FR" sz="1050" dirty="0">
                <a:solidFill>
                  <a:srgbClr val="FFFFFF"/>
                </a:solidFill>
                <a:latin typeface="Work Sans"/>
                <a:ea typeface="Inter"/>
                <a:sym typeface="Inter"/>
              </a:rPr>
              <a:t>Priorité absolue sur la réduction des faux négatifs (prédire "Léger" alors que l'accident est "Fatal")</a:t>
            </a:r>
          </a:p>
          <a:p>
            <a:pPr>
              <a:lnSpc>
                <a:spcPct val="115000"/>
              </a:lnSpc>
              <a:spcAft>
                <a:spcPts val="80"/>
              </a:spcAft>
              <a:buClr>
                <a:schemeClr val="bg1"/>
              </a:buClr>
              <a:buSzPts val="1200"/>
            </a:pPr>
            <a:endParaRPr lang="fr-FR" sz="400" dirty="0">
              <a:solidFill>
                <a:srgbClr val="FFFFFF"/>
              </a:solidFill>
              <a:latin typeface="Work Sans"/>
              <a:ea typeface="Inter"/>
              <a:sym typeface="Inter"/>
            </a:endParaRPr>
          </a:p>
          <a:p>
            <a:pPr marL="200000" indent="-200000">
              <a:lnSpc>
                <a:spcPct val="115000"/>
              </a:lnSpc>
              <a:spcAft>
                <a:spcPts val="80"/>
              </a:spcAft>
              <a:buClr>
                <a:schemeClr val="bg1"/>
              </a:buClr>
              <a:buSzPts val="1200"/>
              <a:buFont typeface="Inter"/>
              <a:buChar char="✓"/>
            </a:pPr>
            <a:r>
              <a:rPr lang="fr-FR" sz="1050" dirty="0">
                <a:solidFill>
                  <a:srgbClr val="FFFFFF"/>
                </a:solidFill>
                <a:latin typeface="Work Sans"/>
                <a:ea typeface="Inter"/>
                <a:sym typeface="Inter"/>
              </a:rPr>
              <a:t>Réduire le nombre de variables à l’essentiel sur l’application pour une meilleure utilisation</a:t>
            </a:r>
          </a:p>
          <a:p>
            <a:pPr marL="200000" indent="-200000">
              <a:lnSpc>
                <a:spcPct val="115000"/>
              </a:lnSpc>
              <a:spcAft>
                <a:spcPts val="80"/>
              </a:spcAft>
              <a:buClr>
                <a:schemeClr val="bg1"/>
              </a:buClr>
              <a:buSzPts val="1200"/>
              <a:buFont typeface="Inter"/>
              <a:buChar char="✓"/>
            </a:pPr>
            <a:r>
              <a:rPr lang="fr-FR" sz="1050" dirty="0">
                <a:solidFill>
                  <a:srgbClr val="FFFFFF"/>
                </a:solidFill>
                <a:latin typeface="Work Sans"/>
                <a:ea typeface="Inter"/>
                <a:sym typeface="Inter"/>
              </a:rPr>
              <a:t>Entraîner le modèle avec les nouvelles données</a:t>
            </a:r>
          </a:p>
          <a:p>
            <a:pPr>
              <a:lnSpc>
                <a:spcPct val="115000"/>
              </a:lnSpc>
              <a:spcAft>
                <a:spcPts val="80"/>
              </a:spcAft>
              <a:buClr>
                <a:schemeClr val="bg1"/>
              </a:buClr>
              <a:buSzPts val="1200"/>
            </a:pPr>
            <a:r>
              <a:rPr lang="fr-FR" sz="1050" dirty="0">
                <a:solidFill>
                  <a:srgbClr val="FFFFFF"/>
                </a:solidFill>
                <a:latin typeface="Work Sans"/>
                <a:ea typeface="Inter"/>
                <a:sym typeface="Wingdings" panose="05000000000000000000" pitchFamily="2" charset="2"/>
              </a:rPr>
              <a:t> </a:t>
            </a:r>
            <a:r>
              <a:rPr lang="fr-FR" sz="1050" dirty="0">
                <a:solidFill>
                  <a:srgbClr val="FFFFFF"/>
                </a:solidFill>
                <a:latin typeface="Work Sans"/>
                <a:ea typeface="Inter"/>
                <a:sym typeface="Inter"/>
              </a:rPr>
              <a:t>Le sélectionner si les performances sont meilleures</a:t>
            </a:r>
          </a:p>
          <a:p>
            <a:pPr marL="171450" indent="-171450">
              <a:lnSpc>
                <a:spcPct val="115000"/>
              </a:lnSpc>
              <a:spcAft>
                <a:spcPts val="80"/>
              </a:spcAft>
              <a:buClr>
                <a:schemeClr val="bg1"/>
              </a:buClr>
              <a:buSzPts val="1200"/>
              <a:buFont typeface="Wingdings" panose="05000000000000000000" pitchFamily="2" charset="2"/>
              <a:buChar char="è"/>
            </a:pPr>
            <a:r>
              <a:rPr lang="fr-FR" sz="1050" dirty="0">
                <a:solidFill>
                  <a:srgbClr val="FFFFFF"/>
                </a:solidFill>
                <a:latin typeface="Work Sans"/>
                <a:ea typeface="Inter"/>
                <a:sym typeface="Inter"/>
              </a:rPr>
              <a:t>Le versionner pour la reproductibilité</a:t>
            </a:r>
          </a:p>
          <a:p>
            <a:pPr marL="171450" indent="-171450">
              <a:lnSpc>
                <a:spcPct val="115000"/>
              </a:lnSpc>
              <a:spcAft>
                <a:spcPts val="80"/>
              </a:spcAft>
              <a:buClr>
                <a:schemeClr val="bg1"/>
              </a:buClr>
              <a:buSzPts val="1200"/>
              <a:buFont typeface="Wingdings" panose="05000000000000000000" pitchFamily="2" charset="2"/>
              <a:buChar char="è"/>
            </a:pPr>
            <a:endParaRPr lang="fr-FR" sz="400" dirty="0">
              <a:solidFill>
                <a:srgbClr val="FFFFFF"/>
              </a:solidFill>
              <a:latin typeface="Work Sans"/>
              <a:ea typeface="Inter"/>
              <a:sym typeface="Inter"/>
            </a:endParaRPr>
          </a:p>
          <a:p>
            <a:pPr marL="200000" indent="-200000">
              <a:lnSpc>
                <a:spcPct val="115000"/>
              </a:lnSpc>
              <a:spcAft>
                <a:spcPts val="80"/>
              </a:spcAft>
              <a:buClr>
                <a:schemeClr val="bg1"/>
              </a:buClr>
              <a:buSzPts val="1200"/>
              <a:buFont typeface="Inter"/>
              <a:buChar char="✓"/>
            </a:pPr>
            <a:r>
              <a:rPr lang="fr-FR" sz="1050" dirty="0">
                <a:solidFill>
                  <a:srgbClr val="FFFFFF"/>
                </a:solidFill>
                <a:latin typeface="Work Sans"/>
                <a:ea typeface="Inter"/>
                <a:sym typeface="Inter"/>
              </a:rPr>
              <a:t>Mettre à jour le modèle via l’application</a:t>
            </a:r>
          </a:p>
          <a:p>
            <a:pPr marL="200000" indent="-200000">
              <a:lnSpc>
                <a:spcPct val="115000"/>
              </a:lnSpc>
              <a:spcAft>
                <a:spcPts val="80"/>
              </a:spcAft>
              <a:buClr>
                <a:schemeClr val="bg1"/>
              </a:buClr>
              <a:buSzPts val="1200"/>
              <a:buFont typeface="Inter"/>
              <a:buChar char="✓"/>
            </a:pPr>
            <a:r>
              <a:rPr lang="fr-FR" sz="1050" dirty="0">
                <a:solidFill>
                  <a:srgbClr val="FFFFFF"/>
                </a:solidFill>
                <a:latin typeface="Work Sans"/>
                <a:ea typeface="Inter"/>
                <a:sym typeface="Inter"/>
              </a:rPr>
              <a:t>Visualisation et surveillance des performances</a:t>
            </a:r>
          </a:p>
          <a:p>
            <a:pPr marL="200000" indent="-200000">
              <a:lnSpc>
                <a:spcPct val="115000"/>
              </a:lnSpc>
              <a:spcAft>
                <a:spcPts val="80"/>
              </a:spcAft>
              <a:buClr>
                <a:schemeClr val="bg1"/>
              </a:buClr>
              <a:buSzPts val="1200"/>
              <a:buFont typeface="Inter"/>
              <a:buChar char="✓"/>
            </a:pPr>
            <a:r>
              <a:rPr lang="fr-FR" sz="1050" dirty="0">
                <a:solidFill>
                  <a:srgbClr val="FFFFFF"/>
                </a:solidFill>
                <a:latin typeface="Work Sans"/>
                <a:ea typeface="Inter"/>
                <a:sym typeface="Inter"/>
              </a:rPr>
              <a:t>S’assurer que le modèle ne dérive pas</a:t>
            </a:r>
          </a:p>
          <a:p>
            <a:pPr marL="200000" indent="-200000">
              <a:lnSpc>
                <a:spcPct val="115000"/>
              </a:lnSpc>
              <a:spcAft>
                <a:spcPts val="80"/>
              </a:spcAft>
              <a:buClr>
                <a:schemeClr val="bg1"/>
              </a:buClr>
              <a:buSzPts val="1200"/>
              <a:buFont typeface="Inter"/>
              <a:buChar char="✓"/>
            </a:pPr>
            <a:endParaRPr lang="fr-FR" sz="1050" dirty="0">
              <a:solidFill>
                <a:srgbClr val="FFFFFF"/>
              </a:solidFill>
              <a:latin typeface="Work Sans"/>
              <a:ea typeface="Inter"/>
              <a:sym typeface="Inter"/>
            </a:endParaRPr>
          </a:p>
          <a:p>
            <a:pPr>
              <a:lnSpc>
                <a:spcPct val="115000"/>
              </a:lnSpc>
              <a:spcAft>
                <a:spcPts val="80"/>
              </a:spcAft>
              <a:buClr>
                <a:schemeClr val="bg1"/>
              </a:buClr>
              <a:buSzPts val="1200"/>
            </a:pPr>
            <a:endParaRPr lang="fr-FR" sz="1050" dirty="0">
              <a:solidFill>
                <a:srgbClr val="FFFFFF"/>
              </a:solidFill>
              <a:latin typeface="Work Sans"/>
              <a:ea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459082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396000" y="198000"/>
            <a:ext cx="1800000" cy="360000"/>
          </a:xfrm>
          <a:prstGeom prst="roundRect">
            <a:avLst>
              <a:gd name="adj" fmla="val 8000"/>
            </a:avLst>
          </a:prstGeom>
          <a:solidFill>
            <a:srgbClr val="1A1A33"/>
          </a:solidFill>
          <a:ln>
            <a:noFill/>
          </a:ln>
        </p:spPr>
        <p:txBody>
          <a:bodyPr wrap="square" lIns="120000" rIns="120000" anchor="ctr">
            <a:noAutofit/>
          </a:bodyPr>
          <a:lstStyle/>
          <a:p>
            <a:pPr algn="l">
              <a:buNone/>
            </a:pPr>
            <a:r>
              <a:rPr lang="fr" sz="1000" b="1">
                <a:solidFill>
                  <a:srgbClr val="FFFFFF"/>
                </a:solidFill>
                <a:latin typeface="Work Sans"/>
              </a:rPr>
              <a:t>Démarche MLOps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396000" y="612000"/>
            <a:ext cx="855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</a:pPr>
            <a:r>
              <a:rPr lang="fr" sz="2200" b="1">
                <a:solidFill>
                  <a:srgbClr val="1A1A33"/>
                </a:solidFill>
                <a:latin typeface="Work Sans"/>
              </a:rPr>
              <a:t>Feuille de route du </a:t>
            </a:r>
            <a:r>
              <a:rPr lang="fr" sz="2200" b="1">
                <a:solidFill>
                  <a:srgbClr val="FF6745"/>
                </a:solidFill>
                <a:latin typeface="Work Sans"/>
              </a:rPr>
              <a:t>projet</a:t>
            </a:r>
          </a:p>
        </p:txBody>
      </p:sp>
      <p:sp>
        <p:nvSpPr>
          <p:cNvPr id="4" name="Phase1"/>
          <p:cNvSpPr txBox="1"/>
          <p:nvPr/>
        </p:nvSpPr>
        <p:spPr>
          <a:xfrm>
            <a:off x="215604" y="1170000"/>
            <a:ext cx="2196396" cy="167468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8000">
            <a:solidFill>
              <a:srgbClr val="FF6745"/>
            </a:solidFill>
          </a:ln>
        </p:spPr>
        <p:txBody>
          <a:bodyPr wrap="square" lIns="162000" tIns="162000" rIns="162000" bIns="162000" anchor="t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  <a:buNone/>
            </a:pPr>
            <a:r>
              <a:rPr lang="fr" sz="1800" b="1" dirty="0">
                <a:solidFill>
                  <a:srgbClr val="FF6745"/>
                </a:solidFill>
                <a:latin typeface="Work Sans"/>
              </a:rPr>
              <a:t>01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fr" sz="1100" b="1" dirty="0">
                <a:solidFill>
                  <a:srgbClr val="1A1A33"/>
                </a:solidFill>
                <a:latin typeface="Work Sans"/>
              </a:rPr>
              <a:t>Fondation &amp;Conteneurisation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endParaRPr lang="fr" sz="1100" b="1" dirty="0">
              <a:solidFill>
                <a:srgbClr val="1A1A33"/>
              </a:solidFill>
              <a:latin typeface="Work Sans"/>
            </a:endParaRPr>
          </a:p>
          <a:p>
            <a:pPr marL="150000" indent="-150000" algn="l">
              <a:spcBef>
                <a:spcPts val="0"/>
              </a:spcBef>
              <a:spcAft>
                <a:spcPts val="80"/>
              </a:spcAft>
              <a:buChar char="✅"/>
            </a:pPr>
            <a:r>
              <a:rPr lang="fr" sz="950" dirty="0">
                <a:solidFill>
                  <a:srgbClr val="333333"/>
                </a:solidFill>
                <a:latin typeface="Work Sans"/>
              </a:rPr>
              <a:t> Préparation des données</a:t>
            </a:r>
          </a:p>
          <a:p>
            <a:pPr marL="150000" indent="-150000" algn="l">
              <a:spcBef>
                <a:spcPts val="0"/>
              </a:spcBef>
              <a:spcAft>
                <a:spcPts val="80"/>
              </a:spcAft>
              <a:buChar char="✅"/>
            </a:pPr>
            <a:r>
              <a:rPr lang="fr" sz="950" dirty="0">
                <a:solidFill>
                  <a:srgbClr val="333333"/>
                </a:solidFill>
                <a:latin typeface="Work Sans"/>
              </a:rPr>
              <a:t> Modèle de base</a:t>
            </a:r>
          </a:p>
          <a:p>
            <a:pPr marL="150000" indent="-150000" algn="l">
              <a:spcBef>
                <a:spcPts val="0"/>
              </a:spcBef>
              <a:spcAft>
                <a:spcPts val="80"/>
              </a:spcAft>
              <a:buChar char="✅"/>
            </a:pPr>
            <a:r>
              <a:rPr lang="fr" sz="950" dirty="0">
                <a:solidFill>
                  <a:srgbClr val="333333"/>
                </a:solidFill>
                <a:latin typeface="Work Sans"/>
              </a:rPr>
              <a:t> Tests unitaires</a:t>
            </a:r>
          </a:p>
          <a:p>
            <a:pPr marL="150000" indent="-150000" algn="l">
              <a:spcBef>
                <a:spcPts val="0"/>
              </a:spcBef>
              <a:spcAft>
                <a:spcPts val="0"/>
              </a:spcAft>
              <a:buChar char="✅"/>
            </a:pPr>
            <a:r>
              <a:rPr lang="fr" sz="950" dirty="0">
                <a:solidFill>
                  <a:srgbClr val="333333"/>
                </a:solidFill>
                <a:latin typeface="Work Sans"/>
              </a:rPr>
              <a:t> API d'inférence FastAPI</a:t>
            </a:r>
          </a:p>
        </p:txBody>
      </p:sp>
      <p:sp>
        <p:nvSpPr>
          <p:cNvPr id="5" name="Phase2"/>
          <p:cNvSpPr txBox="1"/>
          <p:nvPr/>
        </p:nvSpPr>
        <p:spPr>
          <a:xfrm>
            <a:off x="2538000" y="1170000"/>
            <a:ext cx="2016000" cy="1661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8000">
            <a:solidFill>
              <a:srgbClr val="FF6745"/>
            </a:solidFill>
          </a:ln>
        </p:spPr>
        <p:txBody>
          <a:bodyPr wrap="square" lIns="162000" tIns="162000" rIns="162000" bIns="162000" anchor="t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  <a:buNone/>
            </a:pPr>
            <a:r>
              <a:rPr lang="fr" sz="1800" b="1" dirty="0">
                <a:solidFill>
                  <a:srgbClr val="FF6745"/>
                </a:solidFill>
                <a:latin typeface="Work Sans"/>
              </a:rPr>
              <a:t>02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fr" sz="1100" b="1" dirty="0">
                <a:solidFill>
                  <a:srgbClr val="1A1A33"/>
                </a:solidFill>
                <a:latin typeface="Work Sans"/>
              </a:rPr>
              <a:t>Suivi &amp; Versioning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endParaRPr lang="fr" sz="1100" b="1" dirty="0">
              <a:solidFill>
                <a:srgbClr val="1A1A33"/>
              </a:solidFill>
              <a:latin typeface="Work Sans"/>
            </a:endParaRPr>
          </a:p>
          <a:p>
            <a:pPr marL="150000" indent="-150000" algn="l">
              <a:spcBef>
                <a:spcPts val="0"/>
              </a:spcBef>
              <a:spcAft>
                <a:spcPts val="80"/>
              </a:spcAft>
              <a:buChar char="✅"/>
            </a:pPr>
            <a:r>
              <a:rPr lang="fr" sz="950" dirty="0">
                <a:solidFill>
                  <a:srgbClr val="333333"/>
                </a:solidFill>
                <a:latin typeface="Work Sans"/>
              </a:rPr>
              <a:t> Tracking (MLflow)</a:t>
            </a:r>
          </a:p>
          <a:p>
            <a:pPr marL="150000" indent="-150000" algn="l">
              <a:spcBef>
                <a:spcPts val="0"/>
              </a:spcBef>
              <a:spcAft>
                <a:spcPts val="80"/>
              </a:spcAft>
              <a:buChar char="✅"/>
            </a:pPr>
            <a:r>
              <a:rPr lang="fr" sz="950" dirty="0">
                <a:solidFill>
                  <a:srgbClr val="333333"/>
                </a:solidFill>
                <a:latin typeface="Work Sans"/>
              </a:rPr>
              <a:t> Versioning</a:t>
            </a:r>
          </a:p>
          <a:p>
            <a:pPr marL="150000" indent="-150000" algn="l">
              <a:spcBef>
                <a:spcPts val="0"/>
              </a:spcBef>
              <a:spcAft>
                <a:spcPts val="0"/>
              </a:spcAft>
              <a:buChar char="✅"/>
            </a:pPr>
            <a:r>
              <a:rPr lang="fr" sz="950" dirty="0">
                <a:solidFill>
                  <a:srgbClr val="333333"/>
                </a:solidFill>
                <a:latin typeface="Work Sans"/>
              </a:rPr>
              <a:t> Structuration du projet</a:t>
            </a:r>
          </a:p>
          <a:p>
            <a:pPr marL="150000" indent="-150000" algn="l">
              <a:spcBef>
                <a:spcPts val="0"/>
              </a:spcBef>
              <a:spcAft>
                <a:spcPts val="0"/>
              </a:spcAft>
              <a:buChar char="✅"/>
            </a:pPr>
            <a:endParaRPr lang="fr" sz="950" dirty="0">
              <a:solidFill>
                <a:srgbClr val="333333"/>
              </a:solidFill>
              <a:latin typeface="Work Sans"/>
            </a:endParaRPr>
          </a:p>
        </p:txBody>
      </p:sp>
      <p:sp>
        <p:nvSpPr>
          <p:cNvPr id="6" name="Phase3"/>
          <p:cNvSpPr txBox="1"/>
          <p:nvPr/>
        </p:nvSpPr>
        <p:spPr>
          <a:xfrm>
            <a:off x="4680000" y="1170000"/>
            <a:ext cx="2016000" cy="1661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8000">
            <a:solidFill>
              <a:srgbClr val="FF6745"/>
            </a:solidFill>
          </a:ln>
        </p:spPr>
        <p:txBody>
          <a:bodyPr wrap="square" lIns="162000" tIns="162000" rIns="162000" bIns="162000" anchor="t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  <a:buNone/>
            </a:pPr>
            <a:r>
              <a:rPr lang="fr" sz="1800" b="1" dirty="0">
                <a:solidFill>
                  <a:srgbClr val="FF6745"/>
                </a:solidFill>
                <a:latin typeface="Work Sans"/>
              </a:rPr>
              <a:t>03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fr" sz="1100" b="1" dirty="0">
                <a:solidFill>
                  <a:srgbClr val="1A1A33"/>
                </a:solidFill>
                <a:latin typeface="Work Sans"/>
              </a:rPr>
              <a:t>Déploiement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endParaRPr lang="fr" sz="1100" b="1" dirty="0">
              <a:solidFill>
                <a:srgbClr val="1A1A33"/>
              </a:solidFill>
              <a:latin typeface="Work Sans"/>
            </a:endParaRPr>
          </a:p>
          <a:p>
            <a:pPr marL="150000" indent="-150000" algn="l">
              <a:spcBef>
                <a:spcPts val="0"/>
              </a:spcBef>
              <a:spcAft>
                <a:spcPts val="80"/>
              </a:spcAft>
              <a:buChar char="✅"/>
            </a:pPr>
            <a:r>
              <a:rPr lang="fr" sz="950" dirty="0">
                <a:solidFill>
                  <a:srgbClr val="333333"/>
                </a:solidFill>
                <a:latin typeface="Work Sans"/>
              </a:rPr>
              <a:t> API REST de prédiction</a:t>
            </a:r>
          </a:p>
          <a:p>
            <a:pPr marL="150000" indent="-150000" algn="l">
              <a:spcBef>
                <a:spcPts val="0"/>
              </a:spcBef>
              <a:spcAft>
                <a:spcPts val="80"/>
              </a:spcAft>
              <a:buChar char="✅"/>
            </a:pPr>
            <a:r>
              <a:rPr lang="fr" sz="950" dirty="0">
                <a:solidFill>
                  <a:srgbClr val="333333"/>
                </a:solidFill>
                <a:latin typeface="Work Sans"/>
              </a:rPr>
              <a:t> Documentation Swagger</a:t>
            </a:r>
          </a:p>
          <a:p>
            <a:pPr marL="150000" indent="-150000" algn="l">
              <a:spcBef>
                <a:spcPts val="0"/>
              </a:spcBef>
              <a:spcAft>
                <a:spcPts val="0"/>
              </a:spcAft>
              <a:buChar char="✅"/>
            </a:pPr>
            <a:r>
              <a:rPr lang="fr" sz="950" dirty="0">
                <a:solidFill>
                  <a:srgbClr val="333333"/>
                </a:solidFill>
                <a:latin typeface="Work Sans"/>
              </a:rPr>
              <a:t> Pipeline reproductible</a:t>
            </a:r>
          </a:p>
        </p:txBody>
      </p:sp>
      <p:sp>
        <p:nvSpPr>
          <p:cNvPr id="7" name="Phase4"/>
          <p:cNvSpPr txBox="1"/>
          <p:nvPr/>
        </p:nvSpPr>
        <p:spPr>
          <a:xfrm>
            <a:off x="6822000" y="1170000"/>
            <a:ext cx="2196396" cy="171390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8000">
            <a:solidFill>
              <a:srgbClr val="FF6745"/>
            </a:solidFill>
          </a:ln>
        </p:spPr>
        <p:txBody>
          <a:bodyPr wrap="square" lIns="162000" tIns="162000" rIns="162000" bIns="16200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spcAft>
                <a:spcPts val="150"/>
              </a:spcAft>
              <a:buNone/>
              <a:defRPr sz="1800" b="1">
                <a:solidFill>
                  <a:srgbClr val="FF6745"/>
                </a:solidFill>
                <a:latin typeface="Work Sans"/>
              </a:defRPr>
            </a:lvl1pPr>
          </a:lstStyle>
          <a:p>
            <a:r>
              <a:rPr lang="fr" dirty="0"/>
              <a:t>04</a:t>
            </a:r>
          </a:p>
          <a:p>
            <a:pPr>
              <a:spcAft>
                <a:spcPts val="200"/>
              </a:spcAft>
            </a:pPr>
            <a:r>
              <a:rPr lang="fr" sz="1100" dirty="0">
                <a:solidFill>
                  <a:srgbClr val="1A1A33"/>
                </a:solidFill>
              </a:rPr>
              <a:t>Monitoring &amp; Maintenance</a:t>
            </a:r>
          </a:p>
          <a:p>
            <a:pPr>
              <a:spcAft>
                <a:spcPts val="200"/>
              </a:spcAft>
            </a:pPr>
            <a:endParaRPr lang="fr" sz="1100" dirty="0">
              <a:solidFill>
                <a:srgbClr val="1A1A33"/>
              </a:solidFill>
            </a:endParaRPr>
          </a:p>
          <a:p>
            <a:pPr marL="150000" indent="-150000">
              <a:buFont typeface="Arial"/>
              <a:buChar char="✅"/>
            </a:pPr>
            <a:r>
              <a:rPr lang="fr" sz="950" b="0" dirty="0">
                <a:solidFill>
                  <a:srgbClr val="333333"/>
                </a:solidFill>
              </a:rPr>
              <a:t> Métriques Prometheus</a:t>
            </a:r>
          </a:p>
          <a:p>
            <a:pPr marL="150000" indent="-150000">
              <a:buFont typeface="Arial"/>
              <a:buChar char="✅"/>
            </a:pPr>
            <a:r>
              <a:rPr lang="fr" sz="950" b="0" dirty="0">
                <a:solidFill>
                  <a:srgbClr val="333333"/>
                </a:solidFill>
              </a:rPr>
              <a:t> Dashboard Grafana</a:t>
            </a:r>
          </a:p>
          <a:p>
            <a:pPr marL="150000" indent="-150000">
              <a:buFont typeface="Arial"/>
              <a:buChar char="✅"/>
            </a:pPr>
            <a:r>
              <a:rPr lang="fr" sz="950" b="0" dirty="0">
                <a:solidFill>
                  <a:srgbClr val="333333"/>
                </a:solidFill>
              </a:rPr>
              <a:t>Drift Monitoring Evidently</a:t>
            </a:r>
          </a:p>
          <a:p>
            <a:pPr marL="150000" indent="-150000">
              <a:buFont typeface="Arial"/>
              <a:buChar char="✅"/>
            </a:pPr>
            <a:r>
              <a:rPr lang="fr" sz="950" b="0" dirty="0">
                <a:solidFill>
                  <a:srgbClr val="333333"/>
                </a:solidFill>
              </a:rPr>
              <a:t> Documentation technique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396000" y="4800000"/>
            <a:ext cx="20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</a:pPr>
            <a:r>
              <a:rPr lang="fr" sz="1000" b="1">
                <a:solidFill>
                  <a:srgbClr val="FF6745"/>
                </a:solidFill>
                <a:latin typeface="Work Sans"/>
              </a:rPr>
              <a:t>Liora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ous-titre 8">
            <a:extLst>
              <a:ext uri="{FF2B5EF4-FFF2-40B4-BE49-F238E27FC236}">
                <a16:creationId xmlns:a16="http://schemas.microsoft.com/office/drawing/2014/main" id="{B6694E4B-28EA-C6DC-975D-B21A42583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000" y="198000"/>
            <a:ext cx="4201652" cy="472200"/>
          </a:xfrm>
        </p:spPr>
        <p:txBody>
          <a:bodyPr/>
          <a:lstStyle/>
          <a:p>
            <a:r>
              <a:rPr lang="fr-FR" dirty="0"/>
              <a:t>Architecture de la solution </a:t>
            </a:r>
            <a:r>
              <a:rPr lang="fr-FR" dirty="0" err="1"/>
              <a:t>MLOps</a:t>
            </a:r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2E06FA6-3A60-D567-6D40-953E91BA81D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97999" y="670201"/>
            <a:ext cx="4067605" cy="2551742"/>
          </a:xfrm>
        </p:spPr>
        <p:txBody>
          <a:bodyPr/>
          <a:lstStyle/>
          <a:p>
            <a:pPr marL="152400" indent="0">
              <a:buNone/>
            </a:pPr>
            <a:r>
              <a:rPr lang="fr-FR" sz="900" dirty="0"/>
              <a:t>Informations générales: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900" b="1" dirty="0"/>
              <a:t>Python</a:t>
            </a:r>
            <a:r>
              <a:rPr lang="fr-FR" sz="900" dirty="0"/>
              <a:t> version utilisée: </a:t>
            </a:r>
            <a:r>
              <a:rPr lang="fr-FR" sz="900" b="1" dirty="0"/>
              <a:t>3.12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900" dirty="0"/>
              <a:t>Chaque service a: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900" dirty="0"/>
              <a:t>son container,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900" dirty="0"/>
              <a:t>son image (version précise pour reproductibilité)</a:t>
            </a:r>
          </a:p>
          <a:p>
            <a:pPr marL="609600" lvl="1" indent="0">
              <a:buNone/>
            </a:pPr>
            <a:r>
              <a:rPr lang="fr-FR" sz="900" dirty="0"/>
              <a:t>Nginx 1.0-debug / 1.0-prod (selon configuration)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900" dirty="0"/>
              <a:t>son </a:t>
            </a:r>
            <a:r>
              <a:rPr lang="fr-FR" sz="900" dirty="0" err="1"/>
              <a:t>healthcheck</a:t>
            </a:r>
            <a:r>
              <a:rPr lang="fr-FR" sz="900" dirty="0"/>
              <a:t>, excepté pour Nginx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900" dirty="0"/>
              <a:t>dans le </a:t>
            </a:r>
            <a:r>
              <a:rPr lang="fr-FR" sz="900" dirty="0" err="1"/>
              <a:t>Makefile</a:t>
            </a:r>
            <a:r>
              <a:rPr lang="fr-FR" sz="900" dirty="0"/>
              <a:t> on demande à Nginx de vérifier la disponibilité de tous les services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900" dirty="0"/>
              <a:t>ce qui implicitement signifie qu’il est aussi opérationnel</a:t>
            </a:r>
          </a:p>
          <a:p>
            <a:pPr>
              <a:buFont typeface="Wingdings" panose="05000000000000000000" pitchFamily="2" charset="2"/>
              <a:buChar char="§"/>
            </a:pPr>
            <a:endParaRPr lang="fr-FR" sz="900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sz="900" b="1" dirty="0"/>
              <a:t>Toutes les images utilisent les mêmes librairies </a:t>
            </a:r>
            <a:r>
              <a:rPr lang="fr-FR" sz="900" dirty="0" err="1"/>
              <a:t>pyprojects.toml</a:t>
            </a:r>
            <a:r>
              <a:rPr lang="fr-FR" sz="900" dirty="0"/>
              <a:t> / </a:t>
            </a:r>
            <a:r>
              <a:rPr lang="fr-FR" sz="900" dirty="0" err="1"/>
              <a:t>uv.lock</a:t>
            </a:r>
            <a:r>
              <a:rPr lang="fr-FR" sz="900" dirty="0"/>
              <a:t>, </a:t>
            </a:r>
            <a:r>
              <a:rPr lang="fr-FR" sz="900" b="1" dirty="0"/>
              <a:t>excepté </a:t>
            </a:r>
            <a:r>
              <a:rPr lang="fr-FR" sz="900" b="1" dirty="0" err="1"/>
              <a:t>evidently</a:t>
            </a:r>
            <a:r>
              <a:rPr lang="fr-FR" sz="900" b="1" dirty="0"/>
              <a:t> </a:t>
            </a:r>
            <a:r>
              <a:rPr lang="fr-FR" sz="900" dirty="0"/>
              <a:t>version 0.6.7 avec son propre </a:t>
            </a:r>
            <a:r>
              <a:rPr lang="fr-FR" sz="900" dirty="0" err="1"/>
              <a:t>pyproject</a:t>
            </a:r>
            <a:r>
              <a:rPr lang="fr-FR" sz="900" dirty="0"/>
              <a:t>/</a:t>
            </a:r>
            <a:r>
              <a:rPr lang="fr-FR" sz="900" dirty="0" err="1"/>
              <a:t>uv.lock</a:t>
            </a:r>
            <a:r>
              <a:rPr lang="fr-FR" sz="900" dirty="0"/>
              <a:t> car il ne supporte pas les versions </a:t>
            </a:r>
            <a:r>
              <a:rPr lang="fr-FR" sz="900" dirty="0" err="1"/>
              <a:t>numpy</a:t>
            </a:r>
            <a:r>
              <a:rPr lang="fr-FR" sz="900" dirty="0"/>
              <a:t> &gt; 2</a:t>
            </a:r>
          </a:p>
          <a:p>
            <a:endParaRPr lang="fr-FR" sz="900" dirty="0"/>
          </a:p>
        </p:txBody>
      </p:sp>
      <p:pic>
        <p:nvPicPr>
          <p:cNvPr id="13" name="Google Shape;178;g3ea23d555ff_1_279">
            <a:extLst>
              <a:ext uri="{FF2B5EF4-FFF2-40B4-BE49-F238E27FC236}">
                <a16:creationId xmlns:a16="http://schemas.microsoft.com/office/drawing/2014/main" id="{16DA5158-3117-3C72-3D67-314972005E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259903"/>
            <a:ext cx="9143999" cy="172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77;g3ea23d555ff_1_279">
            <a:extLst>
              <a:ext uri="{FF2B5EF4-FFF2-40B4-BE49-F238E27FC236}">
                <a16:creationId xmlns:a16="http://schemas.microsoft.com/office/drawing/2014/main" id="{388758C8-9114-FB31-E786-F0A78D3EB0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99652" y="708160"/>
            <a:ext cx="4712950" cy="1902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2886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ous-titre 4">
            <a:extLst>
              <a:ext uri="{FF2B5EF4-FFF2-40B4-BE49-F238E27FC236}">
                <a16:creationId xmlns:a16="http://schemas.microsoft.com/office/drawing/2014/main" id="{A5D61E68-AA2E-0A61-5194-985FE58C5E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Architecture de la solution </a:t>
            </a:r>
            <a:r>
              <a:rPr lang="fr-FR" dirty="0" err="1"/>
              <a:t>MLOps</a:t>
            </a:r>
            <a:endParaRPr lang="fr-FR" dirty="0"/>
          </a:p>
          <a:p>
            <a:endParaRPr lang="fr-FR" dirty="0"/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660FF3C3-7C81-D2D5-77CE-72DCF00BAC2C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Google Shape;186;p2">
            <a:extLst>
              <a:ext uri="{FF2B5EF4-FFF2-40B4-BE49-F238E27FC236}">
                <a16:creationId xmlns:a16="http://schemas.microsoft.com/office/drawing/2014/main" id="{4DBE261A-2EF2-5E88-C343-68E81BA4D67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0491" y="566856"/>
            <a:ext cx="8883018" cy="43786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543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1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500"/>
            <a:ext cx="547501" cy="172861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72"/>
          <p:cNvSpPr txBox="1">
            <a:spLocks noGrp="1"/>
          </p:cNvSpPr>
          <p:nvPr>
            <p:ph type="title"/>
          </p:nvPr>
        </p:nvSpPr>
        <p:spPr>
          <a:xfrm>
            <a:off x="369463" y="320650"/>
            <a:ext cx="8405100" cy="11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fr-FR" sz="1800" b="1" dirty="0">
                <a:latin typeface="Inter Medium"/>
                <a:ea typeface="Inter Medium"/>
                <a:sym typeface="Inter Medium"/>
              </a:rPr>
              <a:t>Principales difficultés rencontrées</a:t>
            </a:r>
            <a:endParaRPr sz="1800" b="1" dirty="0">
              <a:latin typeface="Inter Medium"/>
              <a:ea typeface="Inter Medium"/>
              <a:sym typeface="Work Sans"/>
            </a:endParaRPr>
          </a:p>
        </p:txBody>
      </p:sp>
      <p:sp>
        <p:nvSpPr>
          <p:cNvPr id="545" name="Google Shape;545;p72"/>
          <p:cNvSpPr txBox="1"/>
          <p:nvPr/>
        </p:nvSpPr>
        <p:spPr>
          <a:xfrm>
            <a:off x="1130400" y="916250"/>
            <a:ext cx="6883200" cy="174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 algn="l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fr-FR" sz="1400" b="1" dirty="0">
                <a:solidFill>
                  <a:schemeClr val="dk2"/>
                </a:solidFill>
                <a:latin typeface="Work Sans"/>
              </a:rPr>
              <a:t>Ressources VM</a:t>
            </a:r>
          </a:p>
          <a:p>
            <a:pPr marL="285750" indent="-285750" algn="l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fr-FR" sz="1400" b="1" dirty="0" err="1">
                <a:solidFill>
                  <a:schemeClr val="dk2"/>
                </a:solidFill>
                <a:latin typeface="Work Sans"/>
              </a:rPr>
              <a:t>Kubernetes</a:t>
            </a:r>
            <a:r>
              <a:rPr lang="fr-FR" sz="1400" b="1" dirty="0">
                <a:solidFill>
                  <a:schemeClr val="dk2"/>
                </a:solidFill>
                <a:latin typeface="Work Sans"/>
              </a:rPr>
              <a:t> </a:t>
            </a:r>
          </a:p>
          <a:p>
            <a:pPr marL="285750" indent="-285750" algn="l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fr-FR" b="1" dirty="0" err="1">
                <a:solidFill>
                  <a:schemeClr val="dk2"/>
                </a:solidFill>
                <a:latin typeface="Work Sans"/>
              </a:rPr>
              <a:t>Evidendtly</a:t>
            </a:r>
            <a:endParaRPr lang="fr-FR" b="1" dirty="0">
              <a:solidFill>
                <a:schemeClr val="dk2"/>
              </a:solidFill>
              <a:latin typeface="Work Sans"/>
            </a:endParaRPr>
          </a:p>
          <a:p>
            <a:pPr marL="285750" indent="-285750" algn="l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fr-FR" b="1" dirty="0" err="1">
                <a:solidFill>
                  <a:schemeClr val="dk2"/>
                </a:solidFill>
                <a:latin typeface="Work Sans"/>
              </a:rPr>
              <a:t>Debug</a:t>
            </a:r>
            <a:endParaRPr lang="fr-FR" b="1" dirty="0">
              <a:solidFill>
                <a:schemeClr val="dk2"/>
              </a:solidFill>
              <a:latin typeface="Work Sans"/>
            </a:endParaRPr>
          </a:p>
          <a:p>
            <a:pPr marL="285750" indent="-285750" algn="l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fr-FR" sz="1400" b="1" dirty="0">
              <a:solidFill>
                <a:schemeClr val="dk2"/>
              </a:solidFill>
              <a:latin typeface="Work Sans"/>
            </a:endParaRPr>
          </a:p>
          <a:p>
            <a:pPr marL="228600" indent="-228600" algn="l">
              <a:spcBef>
                <a:spcPts val="0"/>
              </a:spcBef>
              <a:spcAft>
                <a:spcPts val="150"/>
              </a:spcAft>
              <a:buChar char="▸"/>
            </a:pPr>
            <a:endParaRPr lang="fr" sz="1300" dirty="0">
              <a:solidFill>
                <a:schemeClr val="dk2"/>
              </a:solidFill>
              <a:latin typeface="Work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>
            <a:extLst>
              <a:ext uri="{FF2B5EF4-FFF2-40B4-BE49-F238E27FC236}">
                <a16:creationId xmlns:a16="http://schemas.microsoft.com/office/drawing/2014/main" id="{67713EDC-5DC4-D4BE-EA87-5879458C3F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Résultats &amp; Perspectives - Principales améliorations à apporter</a:t>
            </a:r>
          </a:p>
          <a:p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B3B075-58B6-9226-C2B3-F5F6B3E06F3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97925" y="857250"/>
            <a:ext cx="2784000" cy="3590277"/>
          </a:xfrm>
          <a:ln>
            <a:solidFill>
              <a:schemeClr val="tx2"/>
            </a:solidFill>
          </a:ln>
        </p:spPr>
        <p:txBody>
          <a:bodyPr/>
          <a:lstStyle/>
          <a:p>
            <a:r>
              <a:rPr lang="fr-FR" b="1" dirty="0"/>
              <a:t>Réduire la taille des images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fr-FR" sz="1000" dirty="0"/>
              <a:t>Le passage à python 3.12 (vs 3.8 d’origine) a permis de réduire la taille des images car moins de dépendances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fr-FR" sz="1000" dirty="0"/>
              <a:t>Une 1ère amélioration est de distinguer les images pour la production et les images pour le </a:t>
            </a:r>
            <a:r>
              <a:rPr lang="fr-FR" sz="1000" dirty="0" err="1"/>
              <a:t>débug</a:t>
            </a:r>
            <a:endParaRPr lang="fr-FR" sz="1000" dirty="0"/>
          </a:p>
          <a:p>
            <a:pPr marL="180000" indent="-180000">
              <a:buFont typeface="Wingdings" panose="05000000000000000000" pitchFamily="2" charset="2"/>
              <a:buChar char="Ø"/>
            </a:pPr>
            <a:r>
              <a:rPr lang="fr-FR" sz="1000" dirty="0"/>
              <a:t>Pour la production, les outils installées dans les images sont inutiles</a:t>
            </a:r>
          </a:p>
          <a:p>
            <a:pPr marL="180000" indent="-180000">
              <a:buFont typeface="Wingdings" panose="05000000000000000000" pitchFamily="2" charset="2"/>
              <a:buChar char="Ø"/>
            </a:pPr>
            <a:r>
              <a:rPr lang="fr-FR" sz="1000" dirty="0"/>
              <a:t>Dans le </a:t>
            </a:r>
            <a:r>
              <a:rPr lang="fr-FR" sz="1000" dirty="0" err="1"/>
              <a:t>Makefile</a:t>
            </a:r>
            <a:r>
              <a:rPr lang="fr-FR" sz="1000" dirty="0"/>
              <a:t>, le choix de prod / </a:t>
            </a:r>
            <a:r>
              <a:rPr lang="fr-FR" sz="1000" dirty="0" err="1"/>
              <a:t>debug</a:t>
            </a:r>
            <a:r>
              <a:rPr lang="fr-FR" sz="1000" dirty="0"/>
              <a:t> est déjà proposé pour démarrer les services en https / http</a:t>
            </a:r>
          </a:p>
          <a:p>
            <a:pPr marL="637200" lvl="1" indent="-180000">
              <a:buFont typeface="Arial" panose="020B0604020202020204" pitchFamily="34" charset="0"/>
              <a:buChar char="•"/>
            </a:pPr>
            <a:r>
              <a:rPr lang="fr-FR" sz="1000" dirty="0"/>
              <a:t>L’image </a:t>
            </a:r>
            <a:r>
              <a:rPr lang="fr-FR" sz="1000" dirty="0" err="1"/>
              <a:t>nginx</a:t>
            </a:r>
            <a:r>
              <a:rPr lang="fr-FR" sz="1000" dirty="0"/>
              <a:t> n’est pas la même selon le choix (</a:t>
            </a:r>
            <a:r>
              <a:rPr lang="fr-FR" sz="1000" dirty="0" err="1"/>
              <a:t>nginx.conf</a:t>
            </a:r>
            <a:r>
              <a:rPr lang="fr-FR" sz="1000" dirty="0"/>
              <a:t> / </a:t>
            </a:r>
            <a:r>
              <a:rPr lang="fr-FR" sz="1000" dirty="0" err="1"/>
              <a:t>nginx_debug.conf</a:t>
            </a:r>
            <a:r>
              <a:rPr lang="fr-FR" sz="1000" dirty="0"/>
              <a:t>)</a:t>
            </a:r>
          </a:p>
          <a:p>
            <a:pPr marL="637200" lvl="1" indent="-180000">
              <a:buFont typeface="Arial" panose="020B0604020202020204" pitchFamily="34" charset="0"/>
              <a:buChar char="•"/>
            </a:pPr>
            <a:r>
              <a:rPr lang="fr-FR" sz="1000" dirty="0"/>
              <a:t>On peut en faire de même pour les images (san outils / avec outils)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fr-FR" sz="1000" dirty="0"/>
              <a:t>Une 2ème amélioration est de n’utiliser que les librairies indispensables pour le bon fonctionnement du service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1E89E07-4D39-E81B-95CD-41D005820AB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3179963" y="857250"/>
            <a:ext cx="2784000" cy="1550830"/>
          </a:xfrm>
          <a:noFill/>
          <a:ln>
            <a:solidFill>
              <a:schemeClr val="tx2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Supprimer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les volumes 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partagés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pour 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une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isolation 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absolue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donc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échanges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via HTTP/HTTPS)</a:t>
            </a:r>
            <a:endParaRPr lang="fr-FR" b="1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A25AE3C-989F-3CDD-3010-858CFD7EBCE4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62000" y="857249"/>
            <a:ext cx="2784000" cy="1909887"/>
          </a:xfrm>
          <a:noFill/>
          <a:ln>
            <a:solidFill>
              <a:schemeClr val="tx2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1">
              <a:buFont typeface="Inter"/>
              <a:buChar char="●"/>
            </a:pPr>
            <a:r>
              <a:rPr lang="fr-FR" b="1" dirty="0" err="1">
                <a:latin typeface="Arial"/>
                <a:cs typeface="Arial"/>
                <a:sym typeface="Arial"/>
              </a:rPr>
              <a:t>Grafana</a:t>
            </a:r>
            <a:r>
              <a:rPr lang="fr-FR" b="1" dirty="0">
                <a:latin typeface="Arial"/>
                <a:cs typeface="Arial"/>
                <a:sym typeface="Arial"/>
              </a:rPr>
              <a:t> / Prometheus:</a:t>
            </a:r>
          </a:p>
          <a:p>
            <a:pPr marL="180000" lvl="2" indent="-180000">
              <a:buFont typeface="Arial" panose="020B0604020202020204" pitchFamily="34" charset="0"/>
              <a:buChar char="•"/>
            </a:pPr>
            <a:r>
              <a:rPr lang="fr-FR" sz="1000" dirty="0">
                <a:sym typeface="Arial"/>
              </a:rPr>
              <a:t>Ajouter / Créer des KPIs dans les Dashboard pour une surveillance efficiente du système (vient avec les analyses)</a:t>
            </a:r>
          </a:p>
          <a:p>
            <a:pPr marL="180000" lvl="2" indent="-180000">
              <a:buFont typeface="Arial" panose="020B0604020202020204" pitchFamily="34" charset="0"/>
              <a:buChar char="•"/>
            </a:pPr>
            <a:r>
              <a:rPr lang="fr-FR" sz="1000" dirty="0">
                <a:sym typeface="Arial"/>
              </a:rPr>
              <a:t>Ajouter d’autres alarmes et modifier les seuils de déclenchements pour éviter les alarmes sporadiques</a:t>
            </a:r>
          </a:p>
          <a:p>
            <a:pPr marL="637200" lvl="4" indent="-180000">
              <a:buFont typeface="Arial" panose="020B0604020202020204" pitchFamily="34" charset="0"/>
              <a:buChar char="•"/>
            </a:pPr>
            <a:r>
              <a:rPr lang="fr-FR" sz="1000" dirty="0">
                <a:sym typeface="Arial"/>
              </a:rPr>
              <a:t>actuellement très court pour faciliter la démo</a:t>
            </a:r>
          </a:p>
          <a:p>
            <a:endParaRPr lang="fr-FR" b="1" dirty="0">
              <a:latin typeface="Arial"/>
              <a:cs typeface="Arial"/>
            </a:endParaRPr>
          </a:p>
        </p:txBody>
      </p:sp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CC362B9B-663A-1BBA-5DD0-163B77847467}"/>
              </a:ext>
            </a:extLst>
          </p:cNvPr>
          <p:cNvSpPr txBox="1">
            <a:spLocks/>
          </p:cNvSpPr>
          <p:nvPr/>
        </p:nvSpPr>
        <p:spPr>
          <a:xfrm>
            <a:off x="3179963" y="2590343"/>
            <a:ext cx="2784000" cy="18571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●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○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■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●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○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■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●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○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■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fr-FR" b="1" dirty="0">
                <a:latin typeface="Arial"/>
                <a:ea typeface="Arial"/>
                <a:cs typeface="Arial"/>
                <a:sym typeface="Arial"/>
              </a:rPr>
              <a:t>Migrer la solution dans l’environnement </a:t>
            </a:r>
            <a:r>
              <a:rPr lang="fr-FR" b="1" dirty="0" err="1">
                <a:latin typeface="Arial"/>
                <a:ea typeface="Arial"/>
                <a:cs typeface="Arial"/>
                <a:sym typeface="Arial"/>
              </a:rPr>
              <a:t>Kubernetes</a:t>
            </a:r>
            <a:endParaRPr lang="fr-FR" b="1" dirty="0">
              <a:latin typeface="Arial"/>
              <a:ea typeface="Arial"/>
              <a:cs typeface="Arial"/>
              <a:sym typeface="Arial"/>
            </a:endParaRP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fr-FR" sz="1000" dirty="0">
                <a:sym typeface="Arial"/>
              </a:rPr>
              <a:t>Industrialiser le déploiement et améliorer la résilience du système. 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fr-FR" sz="1000" dirty="0">
                <a:sym typeface="Arial"/>
              </a:rPr>
              <a:t>On a commencé à développer la solution </a:t>
            </a:r>
            <a:r>
              <a:rPr lang="fr-FR" sz="1000" dirty="0" err="1">
                <a:sym typeface="Arial"/>
              </a:rPr>
              <a:t>Kubernetes</a:t>
            </a:r>
            <a:endParaRPr lang="fr-FR" sz="1000" dirty="0">
              <a:sym typeface="Arial"/>
            </a:endParaRP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fr-FR" sz="1000" dirty="0">
                <a:sym typeface="Arial"/>
              </a:rPr>
              <a:t>Mais cette solution n’est pas achevée par manque de temps</a:t>
            </a:r>
          </a:p>
        </p:txBody>
      </p:sp>
      <p:sp>
        <p:nvSpPr>
          <p:cNvPr id="7" name="Espace réservé du texte 4">
            <a:extLst>
              <a:ext uri="{FF2B5EF4-FFF2-40B4-BE49-F238E27FC236}">
                <a16:creationId xmlns:a16="http://schemas.microsoft.com/office/drawing/2014/main" id="{B26682F2-9B36-5285-7730-B5765509D956}"/>
              </a:ext>
            </a:extLst>
          </p:cNvPr>
          <p:cNvSpPr txBox="1">
            <a:spLocks/>
          </p:cNvSpPr>
          <p:nvPr/>
        </p:nvSpPr>
        <p:spPr>
          <a:xfrm>
            <a:off x="6162000" y="2896697"/>
            <a:ext cx="2784000" cy="155083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●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○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■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●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○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■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●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○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■"/>
              <a:defRPr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457200" lvl="1">
              <a:buFont typeface="Inter"/>
              <a:buChar char="●"/>
            </a:pPr>
            <a:r>
              <a:rPr lang="fr-FR" b="1" dirty="0" err="1">
                <a:latin typeface="Arial"/>
                <a:cs typeface="Arial"/>
                <a:sym typeface="Arial"/>
              </a:rPr>
              <a:t>FastApi</a:t>
            </a:r>
            <a:r>
              <a:rPr lang="fr-FR" b="1" dirty="0">
                <a:latin typeface="Arial"/>
                <a:cs typeface="Arial"/>
                <a:sym typeface="Arial"/>
              </a:rPr>
              <a:t>:</a:t>
            </a:r>
          </a:p>
          <a:p>
            <a:pPr marL="180000" lvl="1" indent="-180000">
              <a:buFont typeface="Arial" panose="020B0604020202020204" pitchFamily="34" charset="0"/>
              <a:buChar char="•"/>
            </a:pPr>
            <a:r>
              <a:rPr lang="fr-FR" sz="1000" dirty="0">
                <a:sym typeface="Arial"/>
              </a:rPr>
              <a:t>Fiabiliser la saisie des variables</a:t>
            </a:r>
          </a:p>
          <a:p>
            <a:pPr marL="180000" lvl="1" indent="-180000">
              <a:buFont typeface="Arial" panose="020B0604020202020204" pitchFamily="34" charset="0"/>
              <a:buChar char="•"/>
            </a:pPr>
            <a:r>
              <a:rPr lang="fr-FR" sz="1000" dirty="0">
                <a:sym typeface="Arial"/>
              </a:rPr>
              <a:t>Introduire des limites dans la saisie des variables qui se font manuellement</a:t>
            </a:r>
          </a:p>
          <a:p>
            <a:endParaRPr lang="fr-FR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8654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1"/>
        </a:solidFill>
        <a:effectLst/>
      </p:bgPr>
    </p:bg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6" name="Google Shape;936;p112"/>
          <p:cNvPicPr preferRelativeResize="0"/>
          <p:nvPr/>
        </p:nvPicPr>
        <p:blipFill rotWithShape="1">
          <a:blip r:embed="rId3">
            <a:alphaModFix/>
          </a:blip>
          <a:srcRect t="209" b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112"/>
          <p:cNvPicPr preferRelativeResize="0"/>
          <p:nvPr/>
        </p:nvPicPr>
        <p:blipFill rotWithShape="1">
          <a:blip r:embed="rId4">
            <a:alphaModFix/>
          </a:blip>
          <a:srcRect t="18838" r="42337"/>
          <a:stretch/>
        </p:blipFill>
        <p:spPr>
          <a:xfrm rot="5400000" flipH="1">
            <a:off x="5031851" y="670425"/>
            <a:ext cx="4943124" cy="3425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112" title="undraw_faq_h01d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9744" y="755832"/>
            <a:ext cx="3256831" cy="2092348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112"/>
          <p:cNvSpPr/>
          <p:nvPr/>
        </p:nvSpPr>
        <p:spPr>
          <a:xfrm>
            <a:off x="2140299" y="2883396"/>
            <a:ext cx="5481375" cy="1080679"/>
          </a:xfrm>
          <a:prstGeom prst="roundRect">
            <a:avLst>
              <a:gd name="adj" fmla="val 5390"/>
            </a:avLst>
          </a:prstGeom>
          <a:solidFill>
            <a:srgbClr val="1A1A33"/>
          </a:solidFill>
          <a:ln>
            <a:noFill/>
          </a:ln>
        </p:spPr>
        <p:txBody>
          <a:bodyPr spcFirstLastPara="1" wrap="square" lIns="142950" tIns="142950" rIns="142950" bIns="142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814" b="1" dirty="0">
                <a:solidFill>
                  <a:srgbClr val="F5FAFF"/>
                </a:solidFill>
                <a:latin typeface="Inter"/>
                <a:ea typeface="Inter"/>
                <a:cs typeface="Inter"/>
                <a:sym typeface="Inter"/>
              </a:rPr>
              <a:t>Merci de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ORA">
  <a:themeElements>
    <a:clrScheme name="Simple Light">
      <a:dk1>
        <a:srgbClr val="000000"/>
      </a:dk1>
      <a:lt1>
        <a:srgbClr val="FFFFFF"/>
      </a:lt1>
      <a:dk2>
        <a:srgbClr val="1A1A33"/>
      </a:dk2>
      <a:lt2>
        <a:srgbClr val="FF6745"/>
      </a:lt2>
      <a:accent1>
        <a:srgbClr val="E8E7E1"/>
      </a:accent1>
      <a:accent2>
        <a:srgbClr val="DDFF45"/>
      </a:accent2>
      <a:accent3>
        <a:srgbClr val="00E5EE"/>
      </a:accent3>
      <a:accent4>
        <a:srgbClr val="C445FF"/>
      </a:accent4>
      <a:accent5>
        <a:srgbClr val="7657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731</Words>
  <Application>Microsoft Office PowerPoint</Application>
  <PresentationFormat>Affichage à l'écran (16:9)</PresentationFormat>
  <Paragraphs>105</Paragraphs>
  <Slides>9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20" baseType="lpstr">
      <vt:lpstr>Wingdings</vt:lpstr>
      <vt:lpstr>Inter Medium</vt:lpstr>
      <vt:lpstr>Urbanist Black</vt:lpstr>
      <vt:lpstr>Arial</vt:lpstr>
      <vt:lpstr>Work Sans Light</vt:lpstr>
      <vt:lpstr>Work Sans Medium</vt:lpstr>
      <vt:lpstr>Inter</vt:lpstr>
      <vt:lpstr>Work Sans</vt:lpstr>
      <vt:lpstr>Calibri</vt:lpstr>
      <vt:lpstr>Rubik</vt:lpstr>
      <vt:lpstr>LIORA</vt:lpstr>
      <vt:lpstr>Prédiction de la Gravité des Accidents Routiers</vt:lpstr>
      <vt:lpstr>Sommaire</vt:lpstr>
      <vt:lpstr>Présentation PowerPoint</vt:lpstr>
      <vt:lpstr>Présentation PowerPoint</vt:lpstr>
      <vt:lpstr>Présentation PowerPoint</vt:lpstr>
      <vt:lpstr>Présentation PowerPoint</vt:lpstr>
      <vt:lpstr>Principales difficultés rencontrées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Abdessamad ANZAGH</dc:creator>
  <cp:lastModifiedBy>Fayolle, Florent</cp:lastModifiedBy>
  <cp:revision>8</cp:revision>
  <dcterms:modified xsi:type="dcterms:W3CDTF">2026-06-13T16:27:57Z</dcterms:modified>
</cp:coreProperties>
</file>