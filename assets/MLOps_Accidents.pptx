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0" d="100"/>
          <a:sy n="70" d="100"/>
        </p:scale>
        <p:origin x="802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521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6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457200"/>
            <a:ext cx="56692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de la Gravité</a:t>
            </a:r>
            <a:endParaRPr lang="en-US" sz="3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Accidents Routiers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320040" y="2103120"/>
            <a:ext cx="5669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MLOps – Pipeline de bout en bout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0040" y="2651760"/>
            <a:ext cx="3200400" cy="2743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362903" y="2907792"/>
            <a:ext cx="5303520" cy="1527048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3B82F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417195" y="3258978"/>
            <a:ext cx="4937760" cy="8601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</a:rPr>
              <a:t>Source des données
</a:t>
            </a:r>
            <a:r>
              <a:rPr lang="en-US" sz="1200" dirty="0">
                <a:solidFill>
                  <a:srgbClr val="FFFFFF"/>
                </a:solidFill>
              </a:rPr>
              <a:t>Ministère de l'Intérieur – data.gouv.fr
</a:t>
            </a:r>
            <a:r>
              <a:rPr lang="en-US" sz="1100" i="1" dirty="0">
                <a:solidFill>
                  <a:srgbClr val="CBD5E1"/>
                </a:solidFill>
              </a:rPr>
              <a:t>Bases annuelles des accidents corporels de la circulation
</a:t>
            </a:r>
            <a:r>
              <a:rPr lang="en-US" sz="1100" dirty="0">
                <a:solidFill>
                  <a:srgbClr val="CBD5E1"/>
                </a:solidFill>
              </a:rPr>
              <a:t>Années 2005 → 2024  ·  +1 million de cas référencés</a:t>
            </a:r>
            <a:endParaRPr lang="en-US" sz="1300" dirty="0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84DC4B25-D4F8-FE9F-5853-AE85FE2C734D}"/>
              </a:ext>
            </a:extLst>
          </p:cNvPr>
          <p:cNvSpPr txBox="1"/>
          <p:nvPr/>
        </p:nvSpPr>
        <p:spPr>
          <a:xfrm>
            <a:off x="6199632" y="950654"/>
            <a:ext cx="282892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Abdessamad </a:t>
            </a:r>
            <a:r>
              <a:rPr lang="fr-FR" b="1" dirty="0" err="1">
                <a:solidFill>
                  <a:schemeClr val="bg1"/>
                </a:solidFill>
              </a:rPr>
              <a:t>Anzagh</a:t>
            </a:r>
            <a:endParaRPr lang="fr-FR" b="1" dirty="0">
              <a:solidFill>
                <a:schemeClr val="bg1"/>
              </a:solidFill>
            </a:endParaRPr>
          </a:p>
          <a:p>
            <a:r>
              <a:rPr lang="fr-FR" b="1" dirty="0">
                <a:solidFill>
                  <a:schemeClr val="bg1"/>
                </a:solidFill>
              </a:rPr>
              <a:t>Florent Fayolle</a:t>
            </a:r>
          </a:p>
          <a:p>
            <a:r>
              <a:rPr lang="fr-FR" b="1" dirty="0">
                <a:solidFill>
                  <a:schemeClr val="bg1"/>
                </a:solidFill>
              </a:rPr>
              <a:t>Julien </a:t>
            </a:r>
            <a:r>
              <a:rPr lang="fr-FR" b="1" dirty="0" err="1">
                <a:solidFill>
                  <a:schemeClr val="bg1"/>
                </a:solidFill>
              </a:rPr>
              <a:t>Mba</a:t>
            </a:r>
            <a:r>
              <a:rPr lang="fr-FR" b="1" dirty="0">
                <a:solidFill>
                  <a:schemeClr val="bg1"/>
                </a:solidFill>
              </a:rPr>
              <a:t> </a:t>
            </a:r>
            <a:r>
              <a:rPr lang="fr-FR" b="1" dirty="0" err="1">
                <a:solidFill>
                  <a:schemeClr val="bg1"/>
                </a:solidFill>
              </a:rPr>
              <a:t>Ndong</a:t>
            </a:r>
            <a:br>
              <a:rPr lang="fr-FR" b="1" dirty="0">
                <a:solidFill>
                  <a:schemeClr val="bg1"/>
                </a:solidFill>
              </a:rPr>
            </a:br>
            <a:r>
              <a:rPr lang="fr-FR" b="1" dirty="0">
                <a:solidFill>
                  <a:schemeClr val="bg1"/>
                </a:solidFill>
              </a:rPr>
              <a:t>Nicola Palumbo</a:t>
            </a:r>
          </a:p>
          <a:p>
            <a:endParaRPr lang="fr-FR" b="1" dirty="0">
              <a:solidFill>
                <a:schemeClr val="bg1"/>
              </a:solidFill>
            </a:endParaRPr>
          </a:p>
          <a:p>
            <a:endParaRPr lang="fr-FR" b="1" dirty="0">
              <a:solidFill>
                <a:schemeClr val="bg1"/>
              </a:solidFill>
            </a:endParaRPr>
          </a:p>
          <a:p>
            <a:r>
              <a:rPr lang="fr-FR" b="1" dirty="0">
                <a:solidFill>
                  <a:schemeClr val="bg1"/>
                </a:solidFill>
              </a:rPr>
              <a:t>Mentor : Maria</a:t>
            </a:r>
          </a:p>
          <a:p>
            <a:endParaRPr lang="fr-FR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6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de la Solution MLOps</a:t>
            </a:r>
            <a:endParaRPr lang="en-US" sz="20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67E55F6-7397-00BF-E9C6-E5196FA54D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491" y="685800"/>
            <a:ext cx="8883018" cy="437864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26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56D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&amp; Perspectives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846320" y="21945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</a:rPr>
              <a:t>🚀  Prochaines étapes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762500" y="2757488"/>
            <a:ext cx="4107180" cy="1090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Passage du transfert de modèle de volume partagé vers HTTP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 err="1">
                <a:solidFill>
                  <a:srgbClr val="FFFFFF"/>
                </a:solidFill>
              </a:rPr>
              <a:t>Déploiement</a:t>
            </a:r>
            <a:r>
              <a:rPr lang="en-US" sz="1100" dirty="0">
                <a:solidFill>
                  <a:srgbClr val="FFFFFF"/>
                </a:solidFill>
              </a:rPr>
              <a:t> Kubernetes pour la scalabilité en production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17720" y="2194560"/>
            <a:ext cx="27432" cy="2286000"/>
          </a:xfrm>
          <a:prstGeom prst="rect">
            <a:avLst/>
          </a:prstGeom>
          <a:solidFill>
            <a:srgbClr val="3B82F6">
              <a:alpha val="5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Shape 2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56D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182880" y="4800600"/>
            <a:ext cx="87782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</a:rPr>
              <a:t>Projet MLOps – Accidents corporels de la circulation  ·  data.gouv.fr  ·  Stack : FastAPI · MLflow · Airflow · Prometheus · Grafana · Docker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121</Words>
  <Application>Microsoft Office PowerPoint</Application>
  <PresentationFormat>Affichage à l'écran (16:9)</PresentationFormat>
  <Paragraphs>19</Paragraphs>
  <Slides>3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MLOps – Prédiction de la gravité des accidents routiers</dc:title>
  <dc:subject>PptxGenJS Presentation</dc:subject>
  <dc:creator>PptxGenJS</dc:creator>
  <cp:lastModifiedBy>Fayolle, Florent</cp:lastModifiedBy>
  <cp:revision>3</cp:revision>
  <dcterms:created xsi:type="dcterms:W3CDTF">2026-06-06T15:43:37Z</dcterms:created>
  <dcterms:modified xsi:type="dcterms:W3CDTF">2026-06-07T17:07:38Z</dcterms:modified>
</cp:coreProperties>
</file>